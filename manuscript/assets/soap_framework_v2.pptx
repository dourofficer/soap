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5029200" cy="2332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CB4"/>
    <a:srgbClr val="BCC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59"/>
  </p:normalViewPr>
  <p:slideViewPr>
    <p:cSldViewPr snapToGrid="0" snapToObjects="1">
      <p:cViewPr>
        <p:scale>
          <a:sx n="400" d="100"/>
          <a:sy n="400" d="100"/>
        </p:scale>
        <p:origin x="1680" y="1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01ED-31EB-D1ED-E7C0-00DC87AF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005165D-C978-DD0D-E645-DF556A69FF97}"/>
              </a:ext>
            </a:extLst>
          </p:cNvPr>
          <p:cNvSpPr/>
          <p:nvPr/>
        </p:nvSpPr>
        <p:spPr>
          <a:xfrm>
            <a:off x="1108003" y="98663"/>
            <a:ext cx="3712464" cy="429768"/>
          </a:xfrm>
          <a:prstGeom prst="roundRect">
            <a:avLst>
              <a:gd name="adj" fmla="val 14893"/>
            </a:avLst>
          </a:prstGeom>
          <a:solidFill>
            <a:srgbClr val="FCFCFA"/>
          </a:solidFill>
          <a:ln w="7620">
            <a:solidFill>
              <a:srgbClr val="D6D4CA"/>
            </a:solidFill>
            <a:prstDash val="dash"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9773378-291C-C4FB-95EA-0D5EAD36F2F9}"/>
              </a:ext>
            </a:extLst>
          </p:cNvPr>
          <p:cNvSpPr/>
          <p:nvPr/>
        </p:nvSpPr>
        <p:spPr>
          <a:xfrm>
            <a:off x="1108710" y="568833"/>
            <a:ext cx="3712464" cy="777114"/>
          </a:xfrm>
          <a:prstGeom prst="roundRect">
            <a:avLst>
              <a:gd name="adj" fmla="val 7446"/>
            </a:avLst>
          </a:prstGeom>
          <a:solidFill>
            <a:srgbClr val="F7F6F2"/>
          </a:solidFill>
          <a:ln w="8890">
            <a:solidFill>
              <a:srgbClr val="D6D4C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C08C72-C702-6B80-379B-2BCE916A9CE1}"/>
              </a:ext>
            </a:extLst>
          </p:cNvPr>
          <p:cNvSpPr/>
          <p:nvPr/>
        </p:nvSpPr>
        <p:spPr>
          <a:xfrm>
            <a:off x="1108710" y="1408684"/>
            <a:ext cx="3712464" cy="756666"/>
          </a:xfrm>
          <a:prstGeom prst="roundRect">
            <a:avLst>
              <a:gd name="adj" fmla="val 7777"/>
            </a:avLst>
          </a:prstGeom>
          <a:solidFill>
            <a:srgbClr val="F7F6F2"/>
          </a:solidFill>
          <a:ln w="8890">
            <a:solidFill>
              <a:srgbClr val="D6D4C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4F97ADF-B38B-8509-E249-D88CE95F9D93}"/>
              </a:ext>
            </a:extLst>
          </p:cNvPr>
          <p:cNvSpPr/>
          <p:nvPr/>
        </p:nvSpPr>
        <p:spPr>
          <a:xfrm>
            <a:off x="3567357" y="451913"/>
            <a:ext cx="1152145" cy="0"/>
          </a:xfrm>
          <a:custGeom>
            <a:avLst/>
            <a:gdLst/>
            <a:ahLst/>
            <a:cxnLst/>
            <a:rect l="l" t="t" r="r" b="b"/>
            <a:pathLst>
              <a:path w="1152145">
                <a:moveTo>
                  <a:pt x="0" y="0"/>
                </a:moveTo>
                <a:lnTo>
                  <a:pt x="1152145" y="0"/>
                </a:lnTo>
              </a:path>
            </a:pathLst>
          </a:custGeom>
          <a:noFill/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91E16C2-DCC4-7A07-BA67-1AE13FEB9402}"/>
              </a:ext>
            </a:extLst>
          </p:cNvPr>
          <p:cNvSpPr/>
          <p:nvPr/>
        </p:nvSpPr>
        <p:spPr>
          <a:xfrm>
            <a:off x="2112783" y="1046638"/>
            <a:ext cx="847100" cy="117044"/>
          </a:xfrm>
          <a:custGeom>
            <a:avLst/>
            <a:gdLst/>
            <a:ahLst/>
            <a:cxnLst/>
            <a:rect l="l" t="t" r="r" b="b"/>
            <a:pathLst>
              <a:path w="847100" h="117044">
                <a:moveTo>
                  <a:pt x="0" y="117044"/>
                </a:moveTo>
                <a:lnTo>
                  <a:pt x="694944" y="117044"/>
                </a:lnTo>
                <a:lnTo>
                  <a:pt x="847100" y="0"/>
                </a:lnTo>
                <a:lnTo>
                  <a:pt x="152156" y="0"/>
                </a:lnTo>
                <a:close/>
              </a:path>
            </a:pathLst>
          </a:custGeom>
          <a:solidFill>
            <a:srgbClr val="FBE0D2"/>
          </a:solidFill>
          <a:ln w="762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67733-6C10-EEFA-A17F-BD2604DB0654}"/>
              </a:ext>
            </a:extLst>
          </p:cNvPr>
          <p:cNvSpPr/>
          <p:nvPr/>
        </p:nvSpPr>
        <p:spPr>
          <a:xfrm>
            <a:off x="3321558" y="741934"/>
            <a:ext cx="14081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79AE1F-F618-8EB2-650E-5392D4B9361B}"/>
              </a:ext>
            </a:extLst>
          </p:cNvPr>
          <p:cNvSpPr/>
          <p:nvPr/>
        </p:nvSpPr>
        <p:spPr>
          <a:xfrm>
            <a:off x="3321558" y="1550797"/>
            <a:ext cx="14081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998886-243E-47E5-F00C-98A4F1CE13D8}"/>
              </a:ext>
            </a:extLst>
          </p:cNvPr>
          <p:cNvSpPr/>
          <p:nvPr/>
        </p:nvSpPr>
        <p:spPr>
          <a:xfrm>
            <a:off x="227322" y="733298"/>
            <a:ext cx="530352" cy="173736"/>
          </a:xfrm>
          <a:prstGeom prst="roundRect">
            <a:avLst>
              <a:gd name="adj" fmla="val 15789"/>
            </a:avLst>
          </a:prstGeom>
          <a:solidFill>
            <a:srgbClr val="BCCBE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E2EE5DD-1D14-CE1C-FB1B-E4078DA4EDA7}"/>
              </a:ext>
            </a:extLst>
          </p:cNvPr>
          <p:cNvSpPr/>
          <p:nvPr/>
        </p:nvSpPr>
        <p:spPr>
          <a:xfrm>
            <a:off x="227322" y="952754"/>
            <a:ext cx="530352" cy="173736"/>
          </a:xfrm>
          <a:prstGeom prst="roundRect">
            <a:avLst>
              <a:gd name="adj" fmla="val 15789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9F4E977-A9EB-AEA4-6BF8-52D3A312D634}"/>
              </a:ext>
            </a:extLst>
          </p:cNvPr>
          <p:cNvSpPr/>
          <p:nvPr/>
        </p:nvSpPr>
        <p:spPr>
          <a:xfrm>
            <a:off x="227322" y="1172210"/>
            <a:ext cx="530352" cy="173736"/>
          </a:xfrm>
          <a:prstGeom prst="roundRect">
            <a:avLst>
              <a:gd name="adj" fmla="val 15789"/>
            </a:avLst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13AB721-18DF-4C4C-33EF-811CFF2B73B5}"/>
              </a:ext>
            </a:extLst>
          </p:cNvPr>
          <p:cNvSpPr/>
          <p:nvPr/>
        </p:nvSpPr>
        <p:spPr>
          <a:xfrm>
            <a:off x="227322" y="1391666"/>
            <a:ext cx="530352" cy="173736"/>
          </a:xfrm>
          <a:prstGeom prst="roundRect">
            <a:avLst>
              <a:gd name="adj" fmla="val 15789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7745F46-C078-466A-A300-54807A7C6E66}"/>
              </a:ext>
            </a:extLst>
          </p:cNvPr>
          <p:cNvSpPr/>
          <p:nvPr/>
        </p:nvSpPr>
        <p:spPr>
          <a:xfrm>
            <a:off x="227322" y="1611122"/>
            <a:ext cx="530352" cy="173736"/>
          </a:xfrm>
          <a:prstGeom prst="roundRect">
            <a:avLst>
              <a:gd name="adj" fmla="val 15789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1ECC60F-03C4-110A-4932-A28BCAF6F580}"/>
              </a:ext>
            </a:extLst>
          </p:cNvPr>
          <p:cNvSpPr/>
          <p:nvPr/>
        </p:nvSpPr>
        <p:spPr>
          <a:xfrm>
            <a:off x="227322" y="1830578"/>
            <a:ext cx="530352" cy="173736"/>
          </a:xfrm>
          <a:prstGeom prst="roundRect">
            <a:avLst>
              <a:gd name="adj" fmla="val 15789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CC5FA6E-DB63-2596-A6DB-330B0E3DA417}"/>
              </a:ext>
            </a:extLst>
          </p:cNvPr>
          <p:cNvSpPr/>
          <p:nvPr/>
        </p:nvSpPr>
        <p:spPr>
          <a:xfrm>
            <a:off x="851293" y="1019810"/>
            <a:ext cx="176871" cy="731520"/>
          </a:xfrm>
          <a:custGeom>
            <a:avLst/>
            <a:gdLst/>
            <a:ahLst/>
            <a:cxnLst/>
            <a:rect l="l" t="t" r="r" b="b"/>
            <a:pathLst>
              <a:path w="256031" h="731520">
                <a:moveTo>
                  <a:pt x="0" y="731520"/>
                </a:moveTo>
                <a:lnTo>
                  <a:pt x="0" y="0"/>
                </a:lnTo>
                <a:lnTo>
                  <a:pt x="256031" y="201168"/>
                </a:lnTo>
                <a:lnTo>
                  <a:pt x="256031" y="530352"/>
                </a:lnTo>
                <a:close/>
              </a:path>
            </a:pathLst>
          </a:custGeom>
          <a:solidFill>
            <a:srgbClr val="DFE8F3"/>
          </a:solidFill>
          <a:ln w="10160">
            <a:solidFill>
              <a:srgbClr val="7F9FC2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04071F-B963-678D-1C1B-888C4D0322C4}"/>
              </a:ext>
            </a:extLst>
          </p:cNvPr>
          <p:cNvSpPr/>
          <p:nvPr/>
        </p:nvSpPr>
        <p:spPr>
          <a:xfrm>
            <a:off x="2635305" y="226480"/>
            <a:ext cx="33028" cy="33028"/>
          </a:xfrm>
          <a:prstGeom prst="rect">
            <a:avLst/>
          </a:prstGeom>
          <a:solidFill>
            <a:srgbClr val="D8D7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06EAB5-7EA5-CD11-F2F4-8CBB1D3A5405}"/>
              </a:ext>
            </a:extLst>
          </p:cNvPr>
          <p:cNvSpPr/>
          <p:nvPr/>
        </p:nvSpPr>
        <p:spPr>
          <a:xfrm>
            <a:off x="2673709" y="226480"/>
            <a:ext cx="33028" cy="33028"/>
          </a:xfrm>
          <a:prstGeom prst="rect">
            <a:avLst/>
          </a:prstGeom>
          <a:solidFill>
            <a:srgbClr val="CAC9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638DF5-CF2A-F4A7-CD19-2491D08DEEFC}"/>
              </a:ext>
            </a:extLst>
          </p:cNvPr>
          <p:cNvSpPr/>
          <p:nvPr/>
        </p:nvSpPr>
        <p:spPr>
          <a:xfrm>
            <a:off x="2712114" y="226480"/>
            <a:ext cx="33028" cy="33028"/>
          </a:xfrm>
          <a:prstGeom prst="rect">
            <a:avLst/>
          </a:prstGeom>
          <a:solidFill>
            <a:srgbClr val="9896B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9709C7-434E-E8BA-07E7-C462CA5FC31D}"/>
              </a:ext>
            </a:extLst>
          </p:cNvPr>
          <p:cNvSpPr/>
          <p:nvPr/>
        </p:nvSpPr>
        <p:spPr>
          <a:xfrm>
            <a:off x="2750519" y="226480"/>
            <a:ext cx="33028" cy="33028"/>
          </a:xfrm>
          <a:prstGeom prst="rect">
            <a:avLst/>
          </a:prstGeom>
          <a:solidFill>
            <a:srgbClr val="ABAA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38744-8EAF-D27A-CA52-8A255C6A440F}"/>
              </a:ext>
            </a:extLst>
          </p:cNvPr>
          <p:cNvSpPr/>
          <p:nvPr/>
        </p:nvSpPr>
        <p:spPr>
          <a:xfrm>
            <a:off x="2788924" y="226480"/>
            <a:ext cx="33028" cy="33028"/>
          </a:xfrm>
          <a:prstGeom prst="rect">
            <a:avLst/>
          </a:prstGeom>
          <a:solidFill>
            <a:srgbClr val="D7D6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DEB7B-2546-EF20-BC99-F599EC224968}"/>
              </a:ext>
            </a:extLst>
          </p:cNvPr>
          <p:cNvSpPr/>
          <p:nvPr/>
        </p:nvSpPr>
        <p:spPr>
          <a:xfrm>
            <a:off x="2635305" y="264885"/>
            <a:ext cx="33028" cy="33028"/>
          </a:xfrm>
          <a:prstGeom prst="rect">
            <a:avLst/>
          </a:prstGeom>
          <a:solidFill>
            <a:srgbClr val="B9B8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A2EADC-6CCD-9463-55C7-04A192CCCBB5}"/>
              </a:ext>
            </a:extLst>
          </p:cNvPr>
          <p:cNvSpPr/>
          <p:nvPr/>
        </p:nvSpPr>
        <p:spPr>
          <a:xfrm>
            <a:off x="2673709" y="264885"/>
            <a:ext cx="33028" cy="33028"/>
          </a:xfrm>
          <a:prstGeom prst="rect">
            <a:avLst/>
          </a:prstGeom>
          <a:solidFill>
            <a:srgbClr val="B5B3D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03EB59-874A-503B-3EF4-0045E2D52BE9}"/>
              </a:ext>
            </a:extLst>
          </p:cNvPr>
          <p:cNvSpPr/>
          <p:nvPr/>
        </p:nvSpPr>
        <p:spPr>
          <a:xfrm>
            <a:off x="2712114" y="264885"/>
            <a:ext cx="33028" cy="33028"/>
          </a:xfrm>
          <a:prstGeom prst="rect">
            <a:avLst/>
          </a:prstGeom>
          <a:solidFill>
            <a:srgbClr val="D1D0E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16AF42-BBEA-9C54-4B6E-7C8BF9CDF54C}"/>
              </a:ext>
            </a:extLst>
          </p:cNvPr>
          <p:cNvSpPr/>
          <p:nvPr/>
        </p:nvSpPr>
        <p:spPr>
          <a:xfrm>
            <a:off x="2750519" y="264885"/>
            <a:ext cx="33028" cy="33028"/>
          </a:xfrm>
          <a:prstGeom prst="rect">
            <a:avLst/>
          </a:prstGeom>
          <a:solidFill>
            <a:srgbClr val="9E9C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5DFA04-A21E-D0DE-6918-3BF6F5878566}"/>
              </a:ext>
            </a:extLst>
          </p:cNvPr>
          <p:cNvSpPr/>
          <p:nvPr/>
        </p:nvSpPr>
        <p:spPr>
          <a:xfrm>
            <a:off x="2788924" y="264885"/>
            <a:ext cx="33028" cy="33028"/>
          </a:xfrm>
          <a:prstGeom prst="rect">
            <a:avLst/>
          </a:prstGeom>
          <a:solidFill>
            <a:srgbClr val="D5D4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1FB58B-781F-AFAF-B80C-7301EA38CBB7}"/>
              </a:ext>
            </a:extLst>
          </p:cNvPr>
          <p:cNvSpPr/>
          <p:nvPr/>
        </p:nvSpPr>
        <p:spPr>
          <a:xfrm>
            <a:off x="2635305" y="303290"/>
            <a:ext cx="33028" cy="33028"/>
          </a:xfrm>
          <a:prstGeom prst="rect">
            <a:avLst/>
          </a:prstGeom>
          <a:solidFill>
            <a:srgbClr val="BCBBD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830BBC-CBA5-283A-E5E2-3B776703520D}"/>
              </a:ext>
            </a:extLst>
          </p:cNvPr>
          <p:cNvSpPr/>
          <p:nvPr/>
        </p:nvSpPr>
        <p:spPr>
          <a:xfrm>
            <a:off x="2673709" y="303290"/>
            <a:ext cx="33028" cy="33028"/>
          </a:xfrm>
          <a:prstGeom prst="rect">
            <a:avLst/>
          </a:prstGeom>
          <a:solidFill>
            <a:srgbClr val="B1B0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CC0FE6-1AF7-B65A-1A08-75A871D86F15}"/>
              </a:ext>
            </a:extLst>
          </p:cNvPr>
          <p:cNvSpPr/>
          <p:nvPr/>
        </p:nvSpPr>
        <p:spPr>
          <a:xfrm>
            <a:off x="2712114" y="303290"/>
            <a:ext cx="33028" cy="33028"/>
          </a:xfrm>
          <a:prstGeom prst="rect">
            <a:avLst/>
          </a:prstGeom>
          <a:solidFill>
            <a:srgbClr val="B9B8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DE7208-D2BD-70E1-808C-D297B43F2067}"/>
              </a:ext>
            </a:extLst>
          </p:cNvPr>
          <p:cNvSpPr/>
          <p:nvPr/>
        </p:nvSpPr>
        <p:spPr>
          <a:xfrm>
            <a:off x="2750519" y="303290"/>
            <a:ext cx="33028" cy="33028"/>
          </a:xfrm>
          <a:prstGeom prst="rect">
            <a:avLst/>
          </a:prstGeom>
          <a:solidFill>
            <a:srgbClr val="ABAA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651611-EC7D-2032-54DA-73993362D83C}"/>
              </a:ext>
            </a:extLst>
          </p:cNvPr>
          <p:cNvSpPr/>
          <p:nvPr/>
        </p:nvSpPr>
        <p:spPr>
          <a:xfrm>
            <a:off x="2788924" y="303290"/>
            <a:ext cx="33028" cy="33028"/>
          </a:xfrm>
          <a:prstGeom prst="rect">
            <a:avLst/>
          </a:prstGeom>
          <a:solidFill>
            <a:srgbClr val="9E9C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B68EE8-79E3-3568-1970-90ECEE2202C5}"/>
              </a:ext>
            </a:extLst>
          </p:cNvPr>
          <p:cNvSpPr/>
          <p:nvPr/>
        </p:nvSpPr>
        <p:spPr>
          <a:xfrm>
            <a:off x="2635305" y="341695"/>
            <a:ext cx="33028" cy="33028"/>
          </a:xfrm>
          <a:prstGeom prst="rect">
            <a:avLst/>
          </a:prstGeom>
          <a:solidFill>
            <a:srgbClr val="8A88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BAAAC2A-E0E6-9021-022C-0AE30B05C73D}"/>
              </a:ext>
            </a:extLst>
          </p:cNvPr>
          <p:cNvSpPr/>
          <p:nvPr/>
        </p:nvSpPr>
        <p:spPr>
          <a:xfrm>
            <a:off x="2673709" y="341695"/>
            <a:ext cx="33028" cy="3302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88F4F3-99AA-A75F-5BCA-DC3633447730}"/>
              </a:ext>
            </a:extLst>
          </p:cNvPr>
          <p:cNvSpPr/>
          <p:nvPr/>
        </p:nvSpPr>
        <p:spPr>
          <a:xfrm>
            <a:off x="2712114" y="341695"/>
            <a:ext cx="33028" cy="33028"/>
          </a:xfrm>
          <a:prstGeom prst="rect">
            <a:avLst/>
          </a:prstGeom>
          <a:solidFill>
            <a:srgbClr val="A6A4C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3DB3C1-6CE8-9075-D4ED-4A32A3108D1B}"/>
              </a:ext>
            </a:extLst>
          </p:cNvPr>
          <p:cNvSpPr/>
          <p:nvPr/>
        </p:nvSpPr>
        <p:spPr>
          <a:xfrm>
            <a:off x="2750519" y="341695"/>
            <a:ext cx="33028" cy="33028"/>
          </a:xfrm>
          <a:prstGeom prst="rect">
            <a:avLst/>
          </a:prstGeom>
          <a:solidFill>
            <a:srgbClr val="A1A0C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C9E94B-190E-0DE8-DD85-B8BD71DE6883}"/>
              </a:ext>
            </a:extLst>
          </p:cNvPr>
          <p:cNvSpPr/>
          <p:nvPr/>
        </p:nvSpPr>
        <p:spPr>
          <a:xfrm>
            <a:off x="2788924" y="341695"/>
            <a:ext cx="33028" cy="33028"/>
          </a:xfrm>
          <a:prstGeom prst="rect">
            <a:avLst/>
          </a:prstGeom>
          <a:solidFill>
            <a:srgbClr val="C5C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EBE114-046A-5E4D-0551-82CF4FC3A63A}"/>
              </a:ext>
            </a:extLst>
          </p:cNvPr>
          <p:cNvSpPr/>
          <p:nvPr/>
        </p:nvSpPr>
        <p:spPr>
          <a:xfrm>
            <a:off x="2635305" y="380100"/>
            <a:ext cx="33028" cy="33028"/>
          </a:xfrm>
          <a:prstGeom prst="rect">
            <a:avLst/>
          </a:prstGeom>
          <a:solidFill>
            <a:srgbClr val="DFDF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814A1E-AD49-377F-EC38-99F6A547DC96}"/>
              </a:ext>
            </a:extLst>
          </p:cNvPr>
          <p:cNvSpPr/>
          <p:nvPr/>
        </p:nvSpPr>
        <p:spPr>
          <a:xfrm>
            <a:off x="2673709" y="380100"/>
            <a:ext cx="33028" cy="33028"/>
          </a:xfrm>
          <a:prstGeom prst="rect">
            <a:avLst/>
          </a:prstGeom>
          <a:solidFill>
            <a:srgbClr val="8987B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138B2E-8F0B-FEFF-F04F-3F790939A616}"/>
              </a:ext>
            </a:extLst>
          </p:cNvPr>
          <p:cNvSpPr/>
          <p:nvPr/>
        </p:nvSpPr>
        <p:spPr>
          <a:xfrm>
            <a:off x="2712114" y="380100"/>
            <a:ext cx="33028" cy="33028"/>
          </a:xfrm>
          <a:prstGeom prst="rect">
            <a:avLst/>
          </a:prstGeom>
          <a:solidFill>
            <a:srgbClr val="C5C4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42F43D7-F916-55BE-7B36-B982BAA38007}"/>
              </a:ext>
            </a:extLst>
          </p:cNvPr>
          <p:cNvSpPr/>
          <p:nvPr/>
        </p:nvSpPr>
        <p:spPr>
          <a:xfrm>
            <a:off x="2750519" y="380100"/>
            <a:ext cx="33028" cy="33028"/>
          </a:xfrm>
          <a:prstGeom prst="rect">
            <a:avLst/>
          </a:prstGeom>
          <a:solidFill>
            <a:srgbClr val="C3C2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19964D-08E8-ACEB-5AE9-81E327DC76DF}"/>
              </a:ext>
            </a:extLst>
          </p:cNvPr>
          <p:cNvSpPr/>
          <p:nvPr/>
        </p:nvSpPr>
        <p:spPr>
          <a:xfrm>
            <a:off x="2788924" y="380100"/>
            <a:ext cx="33028" cy="33028"/>
          </a:xfrm>
          <a:prstGeom prst="rect">
            <a:avLst/>
          </a:prstGeom>
          <a:solidFill>
            <a:srgbClr val="908EB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EC2E1B-6CC5-E5D7-EED1-38866C508A0B}"/>
              </a:ext>
            </a:extLst>
          </p:cNvPr>
          <p:cNvSpPr/>
          <p:nvPr/>
        </p:nvSpPr>
        <p:spPr>
          <a:xfrm>
            <a:off x="2635305" y="418504"/>
            <a:ext cx="33028" cy="33028"/>
          </a:xfrm>
          <a:prstGeom prst="rect">
            <a:avLst/>
          </a:prstGeom>
          <a:solidFill>
            <a:srgbClr val="ABAA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3B06DC1-DA47-0B6F-1E63-CC2FE721C855}"/>
              </a:ext>
            </a:extLst>
          </p:cNvPr>
          <p:cNvSpPr/>
          <p:nvPr/>
        </p:nvSpPr>
        <p:spPr>
          <a:xfrm>
            <a:off x="2673709" y="418504"/>
            <a:ext cx="33028" cy="33028"/>
          </a:xfrm>
          <a:prstGeom prst="rect">
            <a:avLst/>
          </a:prstGeom>
          <a:solidFill>
            <a:srgbClr val="B5B4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EE41BA-0DCB-AB06-695E-41A55D942A67}"/>
              </a:ext>
            </a:extLst>
          </p:cNvPr>
          <p:cNvSpPr/>
          <p:nvPr/>
        </p:nvSpPr>
        <p:spPr>
          <a:xfrm>
            <a:off x="2712114" y="418504"/>
            <a:ext cx="33028" cy="33028"/>
          </a:xfrm>
          <a:prstGeom prst="rect">
            <a:avLst/>
          </a:prstGeom>
          <a:solidFill>
            <a:srgbClr val="9B99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CC4A20-8165-F84C-DE3A-82A0DA191BFF}"/>
              </a:ext>
            </a:extLst>
          </p:cNvPr>
          <p:cNvSpPr/>
          <p:nvPr/>
        </p:nvSpPr>
        <p:spPr>
          <a:xfrm>
            <a:off x="2750519" y="418504"/>
            <a:ext cx="33028" cy="33028"/>
          </a:xfrm>
          <a:prstGeom prst="rect">
            <a:avLst/>
          </a:prstGeom>
          <a:solidFill>
            <a:srgbClr val="DDDC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0ADD94-B8E0-0621-F695-FBD7EF198BAB}"/>
              </a:ext>
            </a:extLst>
          </p:cNvPr>
          <p:cNvSpPr/>
          <p:nvPr/>
        </p:nvSpPr>
        <p:spPr>
          <a:xfrm>
            <a:off x="2788924" y="418504"/>
            <a:ext cx="33028" cy="33028"/>
          </a:xfrm>
          <a:prstGeom prst="rect">
            <a:avLst/>
          </a:prstGeom>
          <a:solidFill>
            <a:srgbClr val="A09F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F49975-F39A-6B3C-01D8-3E730F3FB6EA}"/>
              </a:ext>
            </a:extLst>
          </p:cNvPr>
          <p:cNvSpPr/>
          <p:nvPr/>
        </p:nvSpPr>
        <p:spPr>
          <a:xfrm>
            <a:off x="3583817" y="177593"/>
            <a:ext cx="49377" cy="274320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4D67D6-A379-9F5E-1ED2-E13356F94DFC}"/>
              </a:ext>
            </a:extLst>
          </p:cNvPr>
          <p:cNvSpPr/>
          <p:nvPr/>
        </p:nvSpPr>
        <p:spPr>
          <a:xfrm>
            <a:off x="3666113" y="298294"/>
            <a:ext cx="49377" cy="153619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6CFC1E0-EA3F-E446-2DE5-600BA2EFC82F}"/>
              </a:ext>
            </a:extLst>
          </p:cNvPr>
          <p:cNvSpPr/>
          <p:nvPr/>
        </p:nvSpPr>
        <p:spPr>
          <a:xfrm>
            <a:off x="3748409" y="336699"/>
            <a:ext cx="49377" cy="115214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74CFDD-7F06-A078-59C1-BBE53AB4B838}"/>
              </a:ext>
            </a:extLst>
          </p:cNvPr>
          <p:cNvSpPr/>
          <p:nvPr/>
        </p:nvSpPr>
        <p:spPr>
          <a:xfrm>
            <a:off x="3830705" y="361388"/>
            <a:ext cx="49377" cy="90525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7750627-80A7-AB95-53F6-F99594523C84}"/>
              </a:ext>
            </a:extLst>
          </p:cNvPr>
          <p:cNvSpPr/>
          <p:nvPr/>
        </p:nvSpPr>
        <p:spPr>
          <a:xfrm>
            <a:off x="3913001" y="377847"/>
            <a:ext cx="49377" cy="74066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9BDB4BB-57B7-060A-0C15-5323EAE6F808}"/>
              </a:ext>
            </a:extLst>
          </p:cNvPr>
          <p:cNvSpPr/>
          <p:nvPr/>
        </p:nvSpPr>
        <p:spPr>
          <a:xfrm>
            <a:off x="3995297" y="391563"/>
            <a:ext cx="49377" cy="60350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EC65BA-BB7E-E11C-DC2F-FB9EB4D1C8F6}"/>
              </a:ext>
            </a:extLst>
          </p:cNvPr>
          <p:cNvSpPr/>
          <p:nvPr/>
        </p:nvSpPr>
        <p:spPr>
          <a:xfrm>
            <a:off x="4077593" y="399793"/>
            <a:ext cx="49377" cy="52120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A59238C-A069-901C-1644-DB28E1966C3E}"/>
              </a:ext>
            </a:extLst>
          </p:cNvPr>
          <p:cNvSpPr/>
          <p:nvPr/>
        </p:nvSpPr>
        <p:spPr>
          <a:xfrm>
            <a:off x="4159889" y="408022"/>
            <a:ext cx="49377" cy="43891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E89FAC-F77C-ABB7-91DC-2FE07D7AA098}"/>
              </a:ext>
            </a:extLst>
          </p:cNvPr>
          <p:cNvSpPr/>
          <p:nvPr/>
        </p:nvSpPr>
        <p:spPr>
          <a:xfrm>
            <a:off x="4242185" y="416252"/>
            <a:ext cx="49377" cy="35661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263F42E-801D-536F-2274-96925C02474C}"/>
              </a:ext>
            </a:extLst>
          </p:cNvPr>
          <p:cNvSpPr/>
          <p:nvPr/>
        </p:nvSpPr>
        <p:spPr>
          <a:xfrm>
            <a:off x="4324481" y="421738"/>
            <a:ext cx="49377" cy="30175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15E576-AE64-0AA7-6689-B3F6EEF78C4D}"/>
              </a:ext>
            </a:extLst>
          </p:cNvPr>
          <p:cNvSpPr/>
          <p:nvPr/>
        </p:nvSpPr>
        <p:spPr>
          <a:xfrm>
            <a:off x="4406777" y="427225"/>
            <a:ext cx="49377" cy="2468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6F0155-0C49-B2CB-D525-EA4B6C3717F1}"/>
              </a:ext>
            </a:extLst>
          </p:cNvPr>
          <p:cNvSpPr/>
          <p:nvPr/>
        </p:nvSpPr>
        <p:spPr>
          <a:xfrm>
            <a:off x="4489073" y="429968"/>
            <a:ext cx="49377" cy="21945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7537927-CBA4-B167-F886-3A828EF47C93}"/>
              </a:ext>
            </a:extLst>
          </p:cNvPr>
          <p:cNvSpPr/>
          <p:nvPr/>
        </p:nvSpPr>
        <p:spPr>
          <a:xfrm>
            <a:off x="4571369" y="432711"/>
            <a:ext cx="49377" cy="19202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6E8933D-4DC4-F7D5-46A7-1C45DEBC3D94}"/>
              </a:ext>
            </a:extLst>
          </p:cNvPr>
          <p:cNvSpPr/>
          <p:nvPr/>
        </p:nvSpPr>
        <p:spPr>
          <a:xfrm>
            <a:off x="4653665" y="435454"/>
            <a:ext cx="49377" cy="16459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E917204-2191-0D8D-3D1B-26A98FBA1FD9}"/>
              </a:ext>
            </a:extLst>
          </p:cNvPr>
          <p:cNvSpPr/>
          <p:nvPr/>
        </p:nvSpPr>
        <p:spPr>
          <a:xfrm>
            <a:off x="3373191" y="1090059"/>
            <a:ext cx="131429" cy="127362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102FAAA-3DEF-D9F0-C17D-6B4AE9163A9F}"/>
              </a:ext>
            </a:extLst>
          </p:cNvPr>
          <p:cNvSpPr/>
          <p:nvPr/>
        </p:nvSpPr>
        <p:spPr>
          <a:xfrm>
            <a:off x="3607887" y="1039114"/>
            <a:ext cx="131429" cy="178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2A36D9B-3315-CE33-5CBC-482411E2F23A}"/>
              </a:ext>
            </a:extLst>
          </p:cNvPr>
          <p:cNvSpPr/>
          <p:nvPr/>
        </p:nvSpPr>
        <p:spPr>
          <a:xfrm>
            <a:off x="3842583" y="954205"/>
            <a:ext cx="131429" cy="263216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ADC124D-BCBC-7D3B-54D0-71D215F5B993}"/>
              </a:ext>
            </a:extLst>
          </p:cNvPr>
          <p:cNvSpPr/>
          <p:nvPr/>
        </p:nvSpPr>
        <p:spPr>
          <a:xfrm>
            <a:off x="4077279" y="983923"/>
            <a:ext cx="131429" cy="23349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CC150E8-A245-9B34-DF31-47DE499A9A8B}"/>
              </a:ext>
            </a:extLst>
          </p:cNvPr>
          <p:cNvSpPr/>
          <p:nvPr/>
        </p:nvSpPr>
        <p:spPr>
          <a:xfrm>
            <a:off x="4311975" y="877787"/>
            <a:ext cx="131429" cy="33963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24818B-46E9-2237-5AEE-90F513CF6432}"/>
              </a:ext>
            </a:extLst>
          </p:cNvPr>
          <p:cNvSpPr/>
          <p:nvPr/>
        </p:nvSpPr>
        <p:spPr>
          <a:xfrm>
            <a:off x="4546671" y="920242"/>
            <a:ext cx="131429" cy="297179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1A9D858-2C74-98D6-6349-9AFA83491C4B}"/>
              </a:ext>
            </a:extLst>
          </p:cNvPr>
          <p:cNvSpPr/>
          <p:nvPr/>
        </p:nvSpPr>
        <p:spPr>
          <a:xfrm>
            <a:off x="1282446" y="1540724"/>
            <a:ext cx="67629" cy="67629"/>
          </a:xfrm>
          <a:prstGeom prst="rect">
            <a:avLst/>
          </a:prstGeom>
          <a:solidFill>
            <a:srgbClr val="F7C8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808BA81-E9C1-6ED1-26FB-342B93409F70}"/>
              </a:ext>
            </a:extLst>
          </p:cNvPr>
          <p:cNvSpPr/>
          <p:nvPr/>
        </p:nvSpPr>
        <p:spPr>
          <a:xfrm>
            <a:off x="1282446" y="1619362"/>
            <a:ext cx="67629" cy="67629"/>
          </a:xfrm>
          <a:prstGeom prst="rect">
            <a:avLst/>
          </a:prstGeom>
          <a:solidFill>
            <a:srgbClr val="FCEF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425D793-6EF1-8075-FF3D-EAB37E6330AE}"/>
              </a:ext>
            </a:extLst>
          </p:cNvPr>
          <p:cNvSpPr/>
          <p:nvPr/>
        </p:nvSpPr>
        <p:spPr>
          <a:xfrm>
            <a:off x="1361084" y="1619362"/>
            <a:ext cx="67629" cy="67629"/>
          </a:xfrm>
          <a:prstGeom prst="rect">
            <a:avLst/>
          </a:prstGeom>
          <a:solidFill>
            <a:srgbClr val="F8D2C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D2EEE7B-FEF3-0E90-154C-20A12B0751E6}"/>
              </a:ext>
            </a:extLst>
          </p:cNvPr>
          <p:cNvSpPr/>
          <p:nvPr/>
        </p:nvSpPr>
        <p:spPr>
          <a:xfrm>
            <a:off x="1282446" y="1698001"/>
            <a:ext cx="67629" cy="67629"/>
          </a:xfrm>
          <a:prstGeom prst="rect">
            <a:avLst/>
          </a:prstGeom>
          <a:solidFill>
            <a:srgbClr val="FADF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A4CCF67-5040-65F5-AF01-3CE97AF6B667}"/>
              </a:ext>
            </a:extLst>
          </p:cNvPr>
          <p:cNvSpPr/>
          <p:nvPr/>
        </p:nvSpPr>
        <p:spPr>
          <a:xfrm>
            <a:off x="1361084" y="1698001"/>
            <a:ext cx="67629" cy="67629"/>
          </a:xfrm>
          <a:prstGeom prst="rect">
            <a:avLst/>
          </a:prstGeom>
          <a:solidFill>
            <a:srgbClr val="FCEF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2C7EF17-161A-A3AC-6C26-3EE947792245}"/>
              </a:ext>
            </a:extLst>
          </p:cNvPr>
          <p:cNvSpPr/>
          <p:nvPr/>
        </p:nvSpPr>
        <p:spPr>
          <a:xfrm>
            <a:off x="1439722" y="1698001"/>
            <a:ext cx="67629" cy="67629"/>
          </a:xfrm>
          <a:prstGeom prst="rect">
            <a:avLst/>
          </a:prstGeom>
          <a:solidFill>
            <a:srgbClr val="F2A98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5A48BD9-DC6A-9328-BCF7-CBEF2F0AC26F}"/>
              </a:ext>
            </a:extLst>
          </p:cNvPr>
          <p:cNvSpPr/>
          <p:nvPr/>
        </p:nvSpPr>
        <p:spPr>
          <a:xfrm>
            <a:off x="1282446" y="1776639"/>
            <a:ext cx="67629" cy="67629"/>
          </a:xfrm>
          <a:prstGeom prst="rect">
            <a:avLst/>
          </a:prstGeom>
          <a:solidFill>
            <a:srgbClr val="FCEF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F7FCDBD-72ED-D72A-8392-4B0426ED68AE}"/>
              </a:ext>
            </a:extLst>
          </p:cNvPr>
          <p:cNvSpPr/>
          <p:nvPr/>
        </p:nvSpPr>
        <p:spPr>
          <a:xfrm>
            <a:off x="1361084" y="1776639"/>
            <a:ext cx="67629" cy="67629"/>
          </a:xfrm>
          <a:prstGeom prst="rect">
            <a:avLst/>
          </a:prstGeom>
          <a:solidFill>
            <a:srgbClr val="FCEF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2C4A7FF-7524-960B-7D68-E4F3C7E56F19}"/>
              </a:ext>
            </a:extLst>
          </p:cNvPr>
          <p:cNvSpPr/>
          <p:nvPr/>
        </p:nvSpPr>
        <p:spPr>
          <a:xfrm>
            <a:off x="1439722" y="1776639"/>
            <a:ext cx="67629" cy="67629"/>
          </a:xfrm>
          <a:prstGeom prst="rect">
            <a:avLst/>
          </a:prstGeom>
          <a:solidFill>
            <a:srgbClr val="F4B6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87D2F86-1793-6B52-BA91-1899B6B7D5EA}"/>
              </a:ext>
            </a:extLst>
          </p:cNvPr>
          <p:cNvSpPr/>
          <p:nvPr/>
        </p:nvSpPr>
        <p:spPr>
          <a:xfrm>
            <a:off x="1518361" y="1776639"/>
            <a:ext cx="67629" cy="67629"/>
          </a:xfrm>
          <a:prstGeom prst="rect">
            <a:avLst/>
          </a:prstGeom>
          <a:solidFill>
            <a:srgbClr val="F9D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6D239E7-94FB-F8D5-7649-6737A8118442}"/>
              </a:ext>
            </a:extLst>
          </p:cNvPr>
          <p:cNvSpPr/>
          <p:nvPr/>
        </p:nvSpPr>
        <p:spPr>
          <a:xfrm>
            <a:off x="1282446" y="1855277"/>
            <a:ext cx="67629" cy="67629"/>
          </a:xfrm>
          <a:prstGeom prst="rect">
            <a:avLst/>
          </a:prstGeom>
          <a:solidFill>
            <a:srgbClr val="F9DB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A60AD1E-37B3-EEDD-619F-4D661DDB2DB0}"/>
              </a:ext>
            </a:extLst>
          </p:cNvPr>
          <p:cNvSpPr/>
          <p:nvPr/>
        </p:nvSpPr>
        <p:spPr>
          <a:xfrm>
            <a:off x="1361084" y="1855277"/>
            <a:ext cx="67629" cy="67629"/>
          </a:xfrm>
          <a:prstGeom prst="rect">
            <a:avLst/>
          </a:prstGeom>
          <a:solidFill>
            <a:srgbClr val="FCEF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50713C1-B2B8-D273-EE95-51E8A95F5EAE}"/>
              </a:ext>
            </a:extLst>
          </p:cNvPr>
          <p:cNvSpPr/>
          <p:nvPr/>
        </p:nvSpPr>
        <p:spPr>
          <a:xfrm>
            <a:off x="1439722" y="1855277"/>
            <a:ext cx="67629" cy="67629"/>
          </a:xfrm>
          <a:prstGeom prst="rect">
            <a:avLst/>
          </a:prstGeom>
          <a:solidFill>
            <a:srgbClr val="F1A68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E1C3555-7F07-DCFA-1034-A1E2054D4C53}"/>
              </a:ext>
            </a:extLst>
          </p:cNvPr>
          <p:cNvSpPr/>
          <p:nvPr/>
        </p:nvSpPr>
        <p:spPr>
          <a:xfrm>
            <a:off x="1518361" y="1855277"/>
            <a:ext cx="67629" cy="67629"/>
          </a:xfrm>
          <a:prstGeom prst="rect">
            <a:avLst/>
          </a:prstGeom>
          <a:solidFill>
            <a:srgbClr val="FCEF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74E6C21-C31D-4559-B639-72F84C7B402B}"/>
              </a:ext>
            </a:extLst>
          </p:cNvPr>
          <p:cNvSpPr/>
          <p:nvPr/>
        </p:nvSpPr>
        <p:spPr>
          <a:xfrm>
            <a:off x="1596999" y="1855277"/>
            <a:ext cx="67629" cy="67629"/>
          </a:xfrm>
          <a:prstGeom prst="rect">
            <a:avLst/>
          </a:prstGeom>
          <a:solidFill>
            <a:srgbClr val="FCEF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D15B17F-CA22-7321-779F-BF7687F61516}"/>
              </a:ext>
            </a:extLst>
          </p:cNvPr>
          <p:cNvSpPr/>
          <p:nvPr/>
        </p:nvSpPr>
        <p:spPr>
          <a:xfrm>
            <a:off x="3373191" y="1898922"/>
            <a:ext cx="131429" cy="127362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340153F-76ED-38A7-0058-A22B3911F254}"/>
              </a:ext>
            </a:extLst>
          </p:cNvPr>
          <p:cNvSpPr/>
          <p:nvPr/>
        </p:nvSpPr>
        <p:spPr>
          <a:xfrm>
            <a:off x="3373191" y="1873449"/>
            <a:ext cx="131429" cy="25472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510394-FAE0-2073-D8FD-C8A46E240FA0}"/>
              </a:ext>
            </a:extLst>
          </p:cNvPr>
          <p:cNvSpPr/>
          <p:nvPr/>
        </p:nvSpPr>
        <p:spPr>
          <a:xfrm>
            <a:off x="3607887" y="1847977"/>
            <a:ext cx="131429" cy="178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19A3D93-B11A-A710-50B9-3640F14BB4B8}"/>
              </a:ext>
            </a:extLst>
          </p:cNvPr>
          <p:cNvSpPr/>
          <p:nvPr/>
        </p:nvSpPr>
        <p:spPr>
          <a:xfrm>
            <a:off x="3607887" y="1805522"/>
            <a:ext cx="131429" cy="42454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A3B26D3-C641-0858-69B4-F3FFD0078ABA}"/>
              </a:ext>
            </a:extLst>
          </p:cNvPr>
          <p:cNvSpPr/>
          <p:nvPr/>
        </p:nvSpPr>
        <p:spPr>
          <a:xfrm>
            <a:off x="3842583" y="1763068"/>
            <a:ext cx="131429" cy="263216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8BB0815-EFC5-8EF4-D7F7-DCAB05F696C7}"/>
              </a:ext>
            </a:extLst>
          </p:cNvPr>
          <p:cNvSpPr/>
          <p:nvPr/>
        </p:nvSpPr>
        <p:spPr>
          <a:xfrm>
            <a:off x="3842583" y="1584760"/>
            <a:ext cx="131429" cy="178308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982568C-D400-0AD2-2B06-D98B34D63A85}"/>
              </a:ext>
            </a:extLst>
          </p:cNvPr>
          <p:cNvSpPr/>
          <p:nvPr/>
        </p:nvSpPr>
        <p:spPr>
          <a:xfrm>
            <a:off x="4077279" y="1792786"/>
            <a:ext cx="131429" cy="23349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37F0C4B-3FE7-19F9-9B43-093A8038640C}"/>
              </a:ext>
            </a:extLst>
          </p:cNvPr>
          <p:cNvSpPr/>
          <p:nvPr/>
        </p:nvSpPr>
        <p:spPr>
          <a:xfrm>
            <a:off x="4077279" y="1733350"/>
            <a:ext cx="131429" cy="59436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AE9FD37-B74B-A388-C1DB-50EA6D6EFB15}"/>
              </a:ext>
            </a:extLst>
          </p:cNvPr>
          <p:cNvSpPr/>
          <p:nvPr/>
        </p:nvSpPr>
        <p:spPr>
          <a:xfrm>
            <a:off x="4311975" y="1686650"/>
            <a:ext cx="131429" cy="33963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0D523BD-192F-20C0-D4D5-13897A1829C9}"/>
              </a:ext>
            </a:extLst>
          </p:cNvPr>
          <p:cNvSpPr/>
          <p:nvPr/>
        </p:nvSpPr>
        <p:spPr>
          <a:xfrm>
            <a:off x="4546671" y="1729105"/>
            <a:ext cx="131429" cy="297179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18C1CA4-EE7C-4E69-9EFD-1B7BD64C0200}"/>
              </a:ext>
            </a:extLst>
          </p:cNvPr>
          <p:cNvSpPr/>
          <p:nvPr/>
        </p:nvSpPr>
        <p:spPr>
          <a:xfrm>
            <a:off x="3653768" y="281835"/>
            <a:ext cx="320954" cy="192938"/>
          </a:xfrm>
          <a:prstGeom prst="rect">
            <a:avLst/>
          </a:prstGeom>
          <a:noFill/>
          <a:ln w="889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73FF0998-3192-FE17-0671-3789C95F2F16}"/>
              </a:ext>
            </a:extLst>
          </p:cNvPr>
          <p:cNvSpPr/>
          <p:nvPr/>
        </p:nvSpPr>
        <p:spPr>
          <a:xfrm>
            <a:off x="3908298" y="741934"/>
            <a:ext cx="0" cy="475488"/>
          </a:xfrm>
          <a:custGeom>
            <a:avLst/>
            <a:gdLst/>
            <a:ahLst/>
            <a:cxnLst/>
            <a:rect l="l" t="t" r="r" b="b"/>
            <a:pathLst>
              <a:path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ACC1A1A-188D-3E2C-79EB-3C780FF8D346}"/>
              </a:ext>
            </a:extLst>
          </p:cNvPr>
          <p:cNvSpPr/>
          <p:nvPr/>
        </p:nvSpPr>
        <p:spPr>
          <a:xfrm>
            <a:off x="1439722" y="1686991"/>
            <a:ext cx="67629" cy="235915"/>
          </a:xfrm>
          <a:prstGeom prst="rect">
            <a:avLst/>
          </a:prstGeom>
          <a:noFill/>
          <a:ln w="889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3E87DF8B-ED50-8102-3F4F-B327776CC303}"/>
              </a:ext>
            </a:extLst>
          </p:cNvPr>
          <p:cNvSpPr/>
          <p:nvPr/>
        </p:nvSpPr>
        <p:spPr>
          <a:xfrm>
            <a:off x="3908298" y="1550797"/>
            <a:ext cx="0" cy="475488"/>
          </a:xfrm>
          <a:custGeom>
            <a:avLst/>
            <a:gdLst/>
            <a:ahLst/>
            <a:cxnLst/>
            <a:rect l="l" t="t" r="r" b="b"/>
            <a:pathLst>
              <a:path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492915F-36BE-94FB-7C29-A2471E127620}"/>
              </a:ext>
            </a:extLst>
          </p:cNvPr>
          <p:cNvSpPr/>
          <p:nvPr/>
        </p:nvSpPr>
        <p:spPr>
          <a:xfrm>
            <a:off x="3367278" y="1589201"/>
            <a:ext cx="51206" cy="51206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A173EA2-B55E-304B-77C2-8CDF46A1E59A}"/>
              </a:ext>
            </a:extLst>
          </p:cNvPr>
          <p:cNvSpPr/>
          <p:nvPr/>
        </p:nvSpPr>
        <p:spPr>
          <a:xfrm>
            <a:off x="3367278" y="1655038"/>
            <a:ext cx="51206" cy="51206"/>
          </a:xfrm>
          <a:prstGeom prst="rect">
            <a:avLst/>
          </a:prstGeom>
          <a:solidFill>
            <a:srgbClr val="F1A48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or 114">
            <a:extLst>
              <a:ext uri="{FF2B5EF4-FFF2-40B4-BE49-F238E27FC236}">
                <a16:creationId xmlns:a16="http://schemas.microsoft.com/office/drawing/2014/main" id="{39AD67D8-41CD-C74E-79A5-9BE5F7974835}"/>
              </a:ext>
            </a:extLst>
          </p:cNvPr>
          <p:cNvCxnSpPr>
            <a:cxnSpLocks/>
          </p:cNvCxnSpPr>
          <p:nvPr/>
        </p:nvCxnSpPr>
        <p:spPr>
          <a:xfrm>
            <a:off x="2868476" y="337233"/>
            <a:ext cx="669291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sp>
        <p:nvSpPr>
          <p:cNvPr id="117" name="Freeform 116">
            <a:extLst>
              <a:ext uri="{FF2B5EF4-FFF2-40B4-BE49-F238E27FC236}">
                <a16:creationId xmlns:a16="http://schemas.microsoft.com/office/drawing/2014/main" id="{6FEF0A1C-65AC-9024-1BD3-C83F81B9A180}"/>
              </a:ext>
            </a:extLst>
          </p:cNvPr>
          <p:cNvSpPr/>
          <p:nvPr/>
        </p:nvSpPr>
        <p:spPr>
          <a:xfrm>
            <a:off x="2346869" y="925938"/>
            <a:ext cx="0" cy="128016"/>
          </a:xfrm>
          <a:custGeom>
            <a:avLst/>
            <a:gdLst/>
            <a:ahLst/>
            <a:cxnLst/>
            <a:rect l="l" t="t" r="r" b="b"/>
            <a:pathLst>
              <a:path h="128016">
                <a:moveTo>
                  <a:pt x="0" y="128016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4F4D8A"/>
            </a:solidFill>
            <a:prstDash val="sysDot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eeform 117">
            <a:extLst>
              <a:ext uri="{FF2B5EF4-FFF2-40B4-BE49-F238E27FC236}">
                <a16:creationId xmlns:a16="http://schemas.microsoft.com/office/drawing/2014/main" id="{7612C240-78FB-30A5-5D98-3295651C2520}"/>
              </a:ext>
            </a:extLst>
          </p:cNvPr>
          <p:cNvSpPr/>
          <p:nvPr/>
        </p:nvSpPr>
        <p:spPr>
          <a:xfrm>
            <a:off x="2346869" y="1053954"/>
            <a:ext cx="220919" cy="62179"/>
          </a:xfrm>
          <a:custGeom>
            <a:avLst/>
            <a:gdLst/>
            <a:ahLst/>
            <a:cxnLst/>
            <a:rect l="l" t="t" r="r" b="b"/>
            <a:pathLst>
              <a:path w="220919" h="62179">
                <a:moveTo>
                  <a:pt x="220919" y="62179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4F4D8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ACF02101-97C6-024F-CAE8-10B09DBC15A6}"/>
              </a:ext>
            </a:extLst>
          </p:cNvPr>
          <p:cNvSpPr/>
          <p:nvPr/>
        </p:nvSpPr>
        <p:spPr>
          <a:xfrm>
            <a:off x="2712080" y="726598"/>
            <a:ext cx="0" cy="384048"/>
          </a:xfrm>
          <a:custGeom>
            <a:avLst/>
            <a:gdLst/>
            <a:ahLst/>
            <a:cxnLst/>
            <a:rect l="l" t="t" r="r" b="b"/>
            <a:pathLst>
              <a:path h="384048">
                <a:moveTo>
                  <a:pt x="0" y="384048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D9722F"/>
            </a:solidFill>
            <a:prstDash val="sysDot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reeform 119">
            <a:extLst>
              <a:ext uri="{FF2B5EF4-FFF2-40B4-BE49-F238E27FC236}">
                <a16:creationId xmlns:a16="http://schemas.microsoft.com/office/drawing/2014/main" id="{A38DABF4-E7EE-2513-7ED5-97423F954CFE}"/>
              </a:ext>
            </a:extLst>
          </p:cNvPr>
          <p:cNvSpPr/>
          <p:nvPr/>
        </p:nvSpPr>
        <p:spPr>
          <a:xfrm>
            <a:off x="2567788" y="1110646"/>
            <a:ext cx="144292" cy="5487"/>
          </a:xfrm>
          <a:custGeom>
            <a:avLst/>
            <a:gdLst/>
            <a:ahLst/>
            <a:cxnLst/>
            <a:rect l="l" t="t" r="r" b="b"/>
            <a:pathLst>
              <a:path w="144292" h="5487">
                <a:moveTo>
                  <a:pt x="0" y="5487"/>
                </a:moveTo>
                <a:lnTo>
                  <a:pt x="144292" y="0"/>
                </a:lnTo>
              </a:path>
            </a:pathLst>
          </a:custGeom>
          <a:noFill/>
          <a:ln w="2286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1" name="Connector 120">
            <a:extLst>
              <a:ext uri="{FF2B5EF4-FFF2-40B4-BE49-F238E27FC236}">
                <a16:creationId xmlns:a16="http://schemas.microsoft.com/office/drawing/2014/main" id="{D444099E-CB2A-96B9-E022-9C0CDDD8EC70}"/>
              </a:ext>
            </a:extLst>
          </p:cNvPr>
          <p:cNvCxnSpPr>
            <a:cxnSpLocks/>
          </p:cNvCxnSpPr>
          <p:nvPr/>
        </p:nvCxnSpPr>
        <p:spPr>
          <a:xfrm>
            <a:off x="2783547" y="963168"/>
            <a:ext cx="478575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  <p:sp>
        <p:nvSpPr>
          <p:cNvPr id="122" name="Freeform 121">
            <a:extLst>
              <a:ext uri="{FF2B5EF4-FFF2-40B4-BE49-F238E27FC236}">
                <a16:creationId xmlns:a16="http://schemas.microsoft.com/office/drawing/2014/main" id="{A4C4B014-45E4-FE9F-B0C1-D5F90F7489C2}"/>
              </a:ext>
            </a:extLst>
          </p:cNvPr>
          <p:cNvSpPr/>
          <p:nvPr/>
        </p:nvSpPr>
        <p:spPr>
          <a:xfrm>
            <a:off x="3940302" y="1575616"/>
            <a:ext cx="202692" cy="144018"/>
          </a:xfrm>
          <a:custGeom>
            <a:avLst/>
            <a:gdLst/>
            <a:ahLst/>
            <a:cxnLst/>
            <a:rect l="l" t="t" r="r" b="b"/>
            <a:pathLst>
              <a:path w="202692" h="144018">
                <a:moveTo>
                  <a:pt x="202692" y="144018"/>
                </a:moveTo>
                <a:lnTo>
                  <a:pt x="197952" y="132024"/>
                </a:lnTo>
                <a:lnTo>
                  <a:pt x="192841" y="120552"/>
                </a:lnTo>
                <a:lnTo>
                  <a:pt x="187361" y="109600"/>
                </a:lnTo>
                <a:lnTo>
                  <a:pt x="181510" y="99170"/>
                </a:lnTo>
                <a:lnTo>
                  <a:pt x="175289" y="89260"/>
                </a:lnTo>
                <a:lnTo>
                  <a:pt x="168698" y="79872"/>
                </a:lnTo>
                <a:lnTo>
                  <a:pt x="161737" y="71005"/>
                </a:lnTo>
                <a:lnTo>
                  <a:pt x="154405" y="62659"/>
                </a:lnTo>
                <a:lnTo>
                  <a:pt x="146703" y="54834"/>
                </a:lnTo>
                <a:lnTo>
                  <a:pt x="138631" y="47530"/>
                </a:lnTo>
                <a:lnTo>
                  <a:pt x="130189" y="40747"/>
                </a:lnTo>
                <a:lnTo>
                  <a:pt x="121376" y="34486"/>
                </a:lnTo>
                <a:lnTo>
                  <a:pt x="112193" y="28745"/>
                </a:lnTo>
                <a:lnTo>
                  <a:pt x="102640" y="23526"/>
                </a:lnTo>
                <a:lnTo>
                  <a:pt x="92716" y="18827"/>
                </a:lnTo>
                <a:lnTo>
                  <a:pt x="82423" y="14650"/>
                </a:lnTo>
                <a:lnTo>
                  <a:pt x="71759" y="10994"/>
                </a:lnTo>
                <a:lnTo>
                  <a:pt x="60724" y="7859"/>
                </a:lnTo>
                <a:lnTo>
                  <a:pt x="49320" y="5245"/>
                </a:lnTo>
                <a:lnTo>
                  <a:pt x="37545" y="3152"/>
                </a:lnTo>
                <a:lnTo>
                  <a:pt x="25400" y="1580"/>
                </a:lnTo>
                <a:lnTo>
                  <a:pt x="12885" y="5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E59F72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D9D17982-E810-A238-B874-5C5D54E2A38A}"/>
              </a:ext>
            </a:extLst>
          </p:cNvPr>
          <p:cNvSpPr/>
          <p:nvPr/>
        </p:nvSpPr>
        <p:spPr>
          <a:xfrm>
            <a:off x="3940302" y="1530091"/>
            <a:ext cx="437388" cy="142843"/>
          </a:xfrm>
          <a:custGeom>
            <a:avLst/>
            <a:gdLst/>
            <a:ahLst/>
            <a:cxnLst/>
            <a:rect l="l" t="t" r="r" b="b"/>
            <a:pathLst>
              <a:path w="437388" h="142843">
                <a:moveTo>
                  <a:pt x="437388" y="142843"/>
                </a:moveTo>
                <a:lnTo>
                  <a:pt x="421608" y="124060"/>
                </a:lnTo>
                <a:lnTo>
                  <a:pt x="405535" y="106600"/>
                </a:lnTo>
                <a:lnTo>
                  <a:pt x="389167" y="90462"/>
                </a:lnTo>
                <a:lnTo>
                  <a:pt x="372505" y="75648"/>
                </a:lnTo>
                <a:lnTo>
                  <a:pt x="355549" y="62156"/>
                </a:lnTo>
                <a:lnTo>
                  <a:pt x="338298" y="49987"/>
                </a:lnTo>
                <a:lnTo>
                  <a:pt x="320753" y="39141"/>
                </a:lnTo>
                <a:lnTo>
                  <a:pt x="302913" y="29619"/>
                </a:lnTo>
                <a:lnTo>
                  <a:pt x="284779" y="21419"/>
                </a:lnTo>
                <a:lnTo>
                  <a:pt x="266351" y="14542"/>
                </a:lnTo>
                <a:lnTo>
                  <a:pt x="247629" y="8987"/>
                </a:lnTo>
                <a:lnTo>
                  <a:pt x="228612" y="4756"/>
                </a:lnTo>
                <a:lnTo>
                  <a:pt x="209301" y="1848"/>
                </a:lnTo>
                <a:lnTo>
                  <a:pt x="189695" y="262"/>
                </a:lnTo>
                <a:lnTo>
                  <a:pt x="169795" y="0"/>
                </a:lnTo>
                <a:lnTo>
                  <a:pt x="149601" y="1060"/>
                </a:lnTo>
                <a:lnTo>
                  <a:pt x="129112" y="3444"/>
                </a:lnTo>
                <a:lnTo>
                  <a:pt x="108329" y="7150"/>
                </a:lnTo>
                <a:lnTo>
                  <a:pt x="87252" y="12179"/>
                </a:lnTo>
                <a:lnTo>
                  <a:pt x="65881" y="18531"/>
                </a:lnTo>
                <a:lnTo>
                  <a:pt x="44215" y="26206"/>
                </a:lnTo>
                <a:lnTo>
                  <a:pt x="22254" y="35204"/>
                </a:lnTo>
                <a:lnTo>
                  <a:pt x="0" y="45525"/>
                </a:lnTo>
              </a:path>
            </a:pathLst>
          </a:custGeom>
          <a:noFill/>
          <a:ln w="19050">
            <a:solidFill>
              <a:srgbClr val="E18E59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225D5FCA-431B-53BF-AFF2-E3289954C12E}"/>
              </a:ext>
            </a:extLst>
          </p:cNvPr>
          <p:cNvSpPr/>
          <p:nvPr/>
        </p:nvSpPr>
        <p:spPr>
          <a:xfrm>
            <a:off x="3940302" y="1483035"/>
            <a:ext cx="672084" cy="232354"/>
          </a:xfrm>
          <a:custGeom>
            <a:avLst/>
            <a:gdLst/>
            <a:ahLst/>
            <a:cxnLst/>
            <a:rect l="l" t="t" r="r" b="b"/>
            <a:pathLst>
              <a:path w="672084" h="232354">
                <a:moveTo>
                  <a:pt x="672084" y="232354"/>
                </a:moveTo>
                <a:lnTo>
                  <a:pt x="648210" y="200562"/>
                </a:lnTo>
                <a:lnTo>
                  <a:pt x="623851" y="171108"/>
                </a:lnTo>
                <a:lnTo>
                  <a:pt x="599005" y="143992"/>
                </a:lnTo>
                <a:lnTo>
                  <a:pt x="573674" y="119213"/>
                </a:lnTo>
                <a:lnTo>
                  <a:pt x="547856" y="96772"/>
                </a:lnTo>
                <a:lnTo>
                  <a:pt x="521552" y="76669"/>
                </a:lnTo>
                <a:lnTo>
                  <a:pt x="494761" y="58904"/>
                </a:lnTo>
                <a:lnTo>
                  <a:pt x="467485" y="43476"/>
                </a:lnTo>
                <a:lnTo>
                  <a:pt x="439723" y="30386"/>
                </a:lnTo>
                <a:lnTo>
                  <a:pt x="411474" y="19633"/>
                </a:lnTo>
                <a:lnTo>
                  <a:pt x="382739" y="11219"/>
                </a:lnTo>
                <a:lnTo>
                  <a:pt x="353518" y="5142"/>
                </a:lnTo>
                <a:lnTo>
                  <a:pt x="323811" y="1402"/>
                </a:lnTo>
                <a:lnTo>
                  <a:pt x="293617" y="0"/>
                </a:lnTo>
                <a:lnTo>
                  <a:pt x="262938" y="936"/>
                </a:lnTo>
                <a:lnTo>
                  <a:pt x="231772" y="4210"/>
                </a:lnTo>
                <a:lnTo>
                  <a:pt x="200120" y="9821"/>
                </a:lnTo>
                <a:lnTo>
                  <a:pt x="167982" y="17771"/>
                </a:lnTo>
                <a:lnTo>
                  <a:pt x="135358" y="28057"/>
                </a:lnTo>
                <a:lnTo>
                  <a:pt x="102248" y="40682"/>
                </a:lnTo>
                <a:lnTo>
                  <a:pt x="68651" y="55644"/>
                </a:lnTo>
                <a:lnTo>
                  <a:pt x="34568" y="72943"/>
                </a:lnTo>
                <a:lnTo>
                  <a:pt x="0" y="92581"/>
                </a:lnTo>
              </a:path>
            </a:pathLst>
          </a:custGeom>
          <a:noFill/>
          <a:ln w="19050">
            <a:solidFill>
              <a:srgbClr val="DC7D40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126" name="Connector 125">
            <a:extLst>
              <a:ext uri="{FF2B5EF4-FFF2-40B4-BE49-F238E27FC236}">
                <a16:creationId xmlns:a16="http://schemas.microsoft.com/office/drawing/2014/main" id="{416ABAE3-DFB9-8F0C-1CFF-75ED2EDAD938}"/>
              </a:ext>
            </a:extLst>
          </p:cNvPr>
          <p:cNvCxnSpPr/>
          <p:nvPr/>
        </p:nvCxnSpPr>
        <p:spPr>
          <a:xfrm flipH="1" flipV="1">
            <a:off x="2346869" y="925938"/>
            <a:ext cx="220919" cy="190195"/>
          </a:xfrm>
          <a:prstGeom prst="line">
            <a:avLst/>
          </a:prstGeom>
          <a:ln w="11430">
            <a:solidFill>
              <a:srgbClr val="4F4D8A"/>
            </a:solidFill>
            <a:tailEnd type="triangle" w="med" len="med"/>
          </a:ln>
        </p:spPr>
      </p:cxnSp>
      <p:cxnSp>
        <p:nvCxnSpPr>
          <p:cNvPr id="127" name="Connector 126">
            <a:extLst>
              <a:ext uri="{FF2B5EF4-FFF2-40B4-BE49-F238E27FC236}">
                <a16:creationId xmlns:a16="http://schemas.microsoft.com/office/drawing/2014/main" id="{EE6D7D72-530C-C819-7B12-DEC1FF5F1F7E}"/>
              </a:ext>
            </a:extLst>
          </p:cNvPr>
          <p:cNvCxnSpPr/>
          <p:nvPr/>
        </p:nvCxnSpPr>
        <p:spPr>
          <a:xfrm flipV="1">
            <a:off x="2567788" y="726598"/>
            <a:ext cx="144292" cy="389535"/>
          </a:xfrm>
          <a:prstGeom prst="line">
            <a:avLst/>
          </a:prstGeom>
          <a:ln w="11430">
            <a:solidFill>
              <a:srgbClr val="D9722F"/>
            </a:solidFill>
            <a:tailEnd type="triangle" w="med" len="med"/>
          </a:ln>
        </p:spPr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FFD43FCB-8048-4091-A6C3-9D48F084A09C}"/>
              </a:ext>
            </a:extLst>
          </p:cNvPr>
          <p:cNvSpPr/>
          <p:nvPr/>
        </p:nvSpPr>
        <p:spPr>
          <a:xfrm>
            <a:off x="4352086" y="806464"/>
            <a:ext cx="51206" cy="51206"/>
          </a:xfrm>
          <a:prstGeom prst="ellipse">
            <a:avLst/>
          </a:prstGeom>
          <a:solidFill>
            <a:srgbClr val="4F4D8A"/>
          </a:solidFill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Freeform 128">
            <a:extLst>
              <a:ext uri="{FF2B5EF4-FFF2-40B4-BE49-F238E27FC236}">
                <a16:creationId xmlns:a16="http://schemas.microsoft.com/office/drawing/2014/main" id="{4BB3C223-F16A-D7D1-3B5F-2AF42FE32659}"/>
              </a:ext>
            </a:extLst>
          </p:cNvPr>
          <p:cNvSpPr/>
          <p:nvPr/>
        </p:nvSpPr>
        <p:spPr>
          <a:xfrm>
            <a:off x="3880866" y="1507036"/>
            <a:ext cx="54863" cy="50292"/>
          </a:xfrm>
          <a:custGeom>
            <a:avLst/>
            <a:gdLst/>
            <a:ahLst/>
            <a:cxnLst/>
            <a:rect l="l" t="t" r="r" b="b"/>
            <a:pathLst>
              <a:path w="54863" h="50292">
                <a:moveTo>
                  <a:pt x="0" y="50292"/>
                </a:moveTo>
                <a:lnTo>
                  <a:pt x="54863" y="50292"/>
                </a:lnTo>
                <a:lnTo>
                  <a:pt x="27432" y="0"/>
                </a:lnTo>
                <a:close/>
              </a:path>
            </a:pathLst>
          </a:custGeom>
          <a:solidFill>
            <a:srgbClr val="D9722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3B712C6-552E-7219-BC63-CDA47F627AF0}"/>
              </a:ext>
            </a:extLst>
          </p:cNvPr>
          <p:cNvSpPr/>
          <p:nvPr/>
        </p:nvSpPr>
        <p:spPr>
          <a:xfrm>
            <a:off x="2557730" y="1106074"/>
            <a:ext cx="20116" cy="20116"/>
          </a:xfrm>
          <a:prstGeom prst="ellipse">
            <a:avLst/>
          </a:prstGeom>
          <a:solidFill>
            <a:srgbClr val="0B0B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5A43260-80EA-1172-E846-D9F13F9A2CE4}"/>
              </a:ext>
            </a:extLst>
          </p:cNvPr>
          <p:cNvSpPr txBox="1"/>
          <p:nvPr/>
        </p:nvSpPr>
        <p:spPr>
          <a:xfrm>
            <a:off x="1552175" y="98663"/>
            <a:ext cx="858926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80" b="0" i="0" dirty="0">
                <a:solidFill>
                  <a:srgbClr val="0B0B0B"/>
                </a:solidFill>
                <a:latin typeface="Times New Roman"/>
              </a:rPr>
              <a:t>reference failures 𝒟</a:t>
            </a:r>
            <a:r>
              <a:rPr sz="580" b="0" i="0" baseline="-25000" dirty="0">
                <a:solidFill>
                  <a:srgbClr val="0B0B0B"/>
                </a:solidFill>
                <a:latin typeface="Times New Roman"/>
              </a:rPr>
              <a:t>fail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4F5938A-D703-7F01-36AB-200DF0C71388}"/>
              </a:ext>
            </a:extLst>
          </p:cNvPr>
          <p:cNvSpPr txBox="1"/>
          <p:nvPr/>
        </p:nvSpPr>
        <p:spPr>
          <a:xfrm>
            <a:off x="158014" y="608313"/>
            <a:ext cx="689508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80" b="0" i="0" dirty="0">
                <a:solidFill>
                  <a:srgbClr val="0B0B0B"/>
                </a:solidFill>
                <a:latin typeface="Times New Roman"/>
              </a:rPr>
              <a:t>failed trajectory </a:t>
            </a:r>
            <a:r>
              <a:rPr sz="580" b="0" i="1" dirty="0" err="1">
                <a:solidFill>
                  <a:srgbClr val="0B0B0B"/>
                </a:solidFill>
                <a:latin typeface="Times New Roman"/>
              </a:rPr>
              <a:t>τ</a:t>
            </a:r>
            <a:endParaRPr sz="580" b="0" i="1" dirty="0">
              <a:solidFill>
                <a:srgbClr val="0B0B0B"/>
              </a:solidFill>
              <a:latin typeface="Times New Roman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42E21CA-049D-97A1-3902-9B52C18E3572}"/>
              </a:ext>
            </a:extLst>
          </p:cNvPr>
          <p:cNvSpPr txBox="1"/>
          <p:nvPr/>
        </p:nvSpPr>
        <p:spPr>
          <a:xfrm>
            <a:off x="268470" y="770445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 dirty="0">
                <a:solidFill>
                  <a:srgbClr val="0B0B0B"/>
                </a:solidFill>
                <a:latin typeface="Times New Roman"/>
              </a:rPr>
              <a:t>s</a:t>
            </a:r>
            <a:r>
              <a:rPr sz="580" b="0" i="1" baseline="-25000" dirty="0">
                <a:solidFill>
                  <a:srgbClr val="0B0B0B"/>
                </a:solidFill>
                <a:latin typeface="Times New Roman"/>
              </a:rPr>
              <a:t>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88B1414-A3F2-43A0-90DA-B0CB3996598D}"/>
              </a:ext>
            </a:extLst>
          </p:cNvPr>
          <p:cNvSpPr txBox="1"/>
          <p:nvPr/>
        </p:nvSpPr>
        <p:spPr>
          <a:xfrm>
            <a:off x="458158" y="775589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0" dirty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3737AF8-31C4-94B0-0F71-5C2A6E3261AF}"/>
              </a:ext>
            </a:extLst>
          </p:cNvPr>
          <p:cNvSpPr txBox="1"/>
          <p:nvPr/>
        </p:nvSpPr>
        <p:spPr>
          <a:xfrm>
            <a:off x="268470" y="989901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2B4B5A1-E35A-3708-A877-77949586BD9E}"/>
              </a:ext>
            </a:extLst>
          </p:cNvPr>
          <p:cNvSpPr txBox="1"/>
          <p:nvPr/>
        </p:nvSpPr>
        <p:spPr>
          <a:xfrm>
            <a:off x="458158" y="995045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0" dirty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5D3C09D-FF1E-D66F-B30B-6A3989CD8882}"/>
              </a:ext>
            </a:extLst>
          </p:cNvPr>
          <p:cNvSpPr txBox="1"/>
          <p:nvPr/>
        </p:nvSpPr>
        <p:spPr>
          <a:xfrm>
            <a:off x="268470" y="1209357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3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8538383-141C-F271-35B6-9E5766C9064C}"/>
              </a:ext>
            </a:extLst>
          </p:cNvPr>
          <p:cNvSpPr txBox="1"/>
          <p:nvPr/>
        </p:nvSpPr>
        <p:spPr>
          <a:xfrm>
            <a:off x="458158" y="1214501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5331A44-455A-537E-D4B1-EC91FE951AEC}"/>
              </a:ext>
            </a:extLst>
          </p:cNvPr>
          <p:cNvSpPr txBox="1"/>
          <p:nvPr/>
        </p:nvSpPr>
        <p:spPr>
          <a:xfrm>
            <a:off x="268470" y="1428813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4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384C0FD-C631-C59D-8664-B0D9A7121BB3}"/>
              </a:ext>
            </a:extLst>
          </p:cNvPr>
          <p:cNvSpPr txBox="1"/>
          <p:nvPr/>
        </p:nvSpPr>
        <p:spPr>
          <a:xfrm>
            <a:off x="458158" y="1433957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7BBB062-4E4C-F629-2E99-B93654639A67}"/>
              </a:ext>
            </a:extLst>
          </p:cNvPr>
          <p:cNvSpPr txBox="1"/>
          <p:nvPr/>
        </p:nvSpPr>
        <p:spPr>
          <a:xfrm>
            <a:off x="268470" y="1648269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5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E28B1EF-C8FC-3259-9095-77CBE02E3922}"/>
              </a:ext>
            </a:extLst>
          </p:cNvPr>
          <p:cNvSpPr txBox="1"/>
          <p:nvPr/>
        </p:nvSpPr>
        <p:spPr>
          <a:xfrm>
            <a:off x="458158" y="1653413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3DC856B-395D-B1AE-A601-CBAE328FAC31}"/>
              </a:ext>
            </a:extLst>
          </p:cNvPr>
          <p:cNvSpPr txBox="1"/>
          <p:nvPr/>
        </p:nvSpPr>
        <p:spPr>
          <a:xfrm>
            <a:off x="268470" y="1867725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6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3FA3AC2-25A0-8DE7-A8FF-7C44B42F6653}"/>
              </a:ext>
            </a:extLst>
          </p:cNvPr>
          <p:cNvSpPr txBox="1"/>
          <p:nvPr/>
        </p:nvSpPr>
        <p:spPr>
          <a:xfrm>
            <a:off x="458158" y="1872869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8115296-995F-69D7-2183-311C6E114691}"/>
              </a:ext>
            </a:extLst>
          </p:cNvPr>
          <p:cNvSpPr txBox="1"/>
          <p:nvPr/>
        </p:nvSpPr>
        <p:spPr>
          <a:xfrm>
            <a:off x="795799" y="1213593"/>
            <a:ext cx="118160" cy="1062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 i="1" dirty="0">
                <a:solidFill>
                  <a:srgbClr val="D9722F"/>
                </a:solidFill>
                <a:latin typeface="Times New Roman"/>
              </a:rPr>
              <a:t>t</a:t>
            </a:r>
            <a:r>
              <a:rPr sz="620" b="0" i="0" baseline="30000" dirty="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0518DFD-6171-AB03-1448-A46C7B3807A3}"/>
              </a:ext>
            </a:extLst>
          </p:cNvPr>
          <p:cNvSpPr txBox="1"/>
          <p:nvPr/>
        </p:nvSpPr>
        <p:spPr>
          <a:xfrm>
            <a:off x="274657" y="2056825"/>
            <a:ext cx="424281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0" b="0" i="0" dirty="0">
                <a:solidFill>
                  <a:srgbClr val="B23A1F"/>
                </a:solidFill>
                <a:latin typeface="Times New Roman"/>
              </a:rPr>
              <a:t>✗ task fails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8B549D5-BA99-F85A-BC4B-58A352C3C75E}"/>
              </a:ext>
            </a:extLst>
          </p:cNvPr>
          <p:cNvSpPr txBox="1"/>
          <p:nvPr/>
        </p:nvSpPr>
        <p:spPr>
          <a:xfrm>
            <a:off x="799759" y="985253"/>
            <a:ext cx="308244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 dirty="0">
                <a:solidFill>
                  <a:srgbClr val="5B8AC0"/>
                </a:solidFill>
                <a:latin typeface="Times New Roman"/>
              </a:rPr>
              <a:t>❄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45678E7-F72D-A418-5646-B292C2F6CEFA}"/>
              </a:ext>
            </a:extLst>
          </p:cNvPr>
          <p:cNvSpPr txBox="1"/>
          <p:nvPr/>
        </p:nvSpPr>
        <p:spPr>
          <a:xfrm>
            <a:off x="2518747" y="194246"/>
            <a:ext cx="99147" cy="1062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20" b="0" i="1" dirty="0">
                <a:solidFill>
                  <a:srgbClr val="0B0B0B"/>
                </a:solidFill>
                <a:latin typeface="Times New Roman"/>
              </a:rPr>
              <a:t>R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74B4C6C-C034-ED70-8E8E-0C81FCFB0BCC}"/>
              </a:ext>
            </a:extLst>
          </p:cNvPr>
          <p:cNvSpPr txBox="1"/>
          <p:nvPr/>
        </p:nvSpPr>
        <p:spPr>
          <a:xfrm>
            <a:off x="2589585" y="106603"/>
            <a:ext cx="892873" cy="1046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VN" sz="680" b="1" dirty="0">
                <a:solidFill>
                  <a:srgbClr val="0B0B0B"/>
                </a:solidFill>
                <a:latin typeface="Times New Roman"/>
              </a:rPr>
              <a:t>(1) </a:t>
            </a:r>
            <a:r>
              <a:rPr sz="680" b="1" i="0" dirty="0">
                <a:solidFill>
                  <a:srgbClr val="0B0B0B"/>
                </a:solidFill>
                <a:latin typeface="Times New Roman"/>
              </a:rPr>
              <a:t>Fit the spectral band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29C9B08-E634-8702-57AE-11717C71F2C5}"/>
              </a:ext>
            </a:extLst>
          </p:cNvPr>
          <p:cNvSpPr txBox="1"/>
          <p:nvPr/>
        </p:nvSpPr>
        <p:spPr>
          <a:xfrm>
            <a:off x="3089749" y="235849"/>
            <a:ext cx="143865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0" dirty="0">
                <a:solidFill>
                  <a:srgbClr val="0B0B0B"/>
                </a:solidFill>
                <a:latin typeface="Times New Roman"/>
              </a:rPr>
              <a:t>SVD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C41C10D-7380-EB87-00B3-782E19C63329}"/>
              </a:ext>
            </a:extLst>
          </p:cNvPr>
          <p:cNvSpPr txBox="1"/>
          <p:nvPr/>
        </p:nvSpPr>
        <p:spPr>
          <a:xfrm>
            <a:off x="2999908" y="351787"/>
            <a:ext cx="307441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 dirty="0">
                <a:solidFill>
                  <a:srgbClr val="0B0B0B"/>
                </a:solidFill>
                <a:latin typeface="Times New Roman"/>
              </a:rPr>
              <a:t>R</a:t>
            </a:r>
            <a:r>
              <a:rPr sz="560" b="0" i="0" dirty="0">
                <a:solidFill>
                  <a:srgbClr val="0B0B0B"/>
                </a:solidFill>
                <a:latin typeface="Times New Roman"/>
              </a:rPr>
              <a:t> = </a:t>
            </a:r>
            <a:r>
              <a:rPr sz="560" b="0" i="1" dirty="0">
                <a:solidFill>
                  <a:srgbClr val="0B0B0B"/>
                </a:solidFill>
                <a:latin typeface="Times New Roman"/>
              </a:rPr>
              <a:t>UΣV</a:t>
            </a:r>
            <a:r>
              <a:rPr sz="560" b="0" i="0" baseline="30000" dirty="0">
                <a:solidFill>
                  <a:srgbClr val="0B0B0B"/>
                </a:solidFill>
                <a:latin typeface="Times New Roman"/>
              </a:rPr>
              <a:t>T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6E8A3E0-CE10-4D36-1C5E-7DC17022D82F}"/>
              </a:ext>
            </a:extLst>
          </p:cNvPr>
          <p:cNvSpPr txBox="1"/>
          <p:nvPr/>
        </p:nvSpPr>
        <p:spPr>
          <a:xfrm>
            <a:off x="4003526" y="218399"/>
            <a:ext cx="418439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0" dirty="0">
                <a:solidFill>
                  <a:srgbClr val="D9722F"/>
                </a:solidFill>
                <a:latin typeface="Times New Roman"/>
              </a:rPr>
              <a:t>keep band 𝒞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8F3C78E-FEFA-281C-961B-DC13CCC108B7}"/>
              </a:ext>
            </a:extLst>
          </p:cNvPr>
          <p:cNvSpPr txBox="1"/>
          <p:nvPr/>
        </p:nvSpPr>
        <p:spPr>
          <a:xfrm>
            <a:off x="4209266" y="314018"/>
            <a:ext cx="48387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 dirty="0">
                <a:solidFill>
                  <a:srgbClr val="8A887F"/>
                </a:solidFill>
                <a:latin typeface="Times New Roman"/>
              </a:rPr>
              <a:t>singular values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0264442-8C17-5E03-A09C-4CB4CFBE64F8}"/>
              </a:ext>
            </a:extLst>
          </p:cNvPr>
          <p:cNvSpPr txBox="1"/>
          <p:nvPr/>
        </p:nvSpPr>
        <p:spPr>
          <a:xfrm>
            <a:off x="1172718" y="583692"/>
            <a:ext cx="959408" cy="1165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VN" sz="680" b="1" i="0" dirty="0">
                <a:solidFill>
                  <a:srgbClr val="0B0B0B"/>
                </a:solidFill>
                <a:latin typeface="Times New Roman"/>
              </a:rPr>
              <a:t>(2) </a:t>
            </a:r>
            <a:r>
              <a:rPr sz="680" b="1" i="0" dirty="0">
                <a:solidFill>
                  <a:srgbClr val="0B0B0B"/>
                </a:solidFill>
                <a:latin typeface="Times New Roman"/>
              </a:rPr>
              <a:t>Spectral base score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9CAB1AA-127E-BF57-B20F-D3E6E10C38E5}"/>
              </a:ext>
            </a:extLst>
          </p:cNvPr>
          <p:cNvSpPr txBox="1"/>
          <p:nvPr/>
        </p:nvSpPr>
        <p:spPr>
          <a:xfrm>
            <a:off x="2132213" y="829354"/>
            <a:ext cx="392734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0" b="0" i="0">
                <a:solidFill>
                  <a:srgbClr val="4F4D8A"/>
                </a:solidFill>
                <a:latin typeface="Times New Roman"/>
              </a:rPr>
              <a:t>ordinary </a:t>
            </a:r>
            <a:r>
              <a:rPr sz="540" b="0" i="1">
                <a:solidFill>
                  <a:srgbClr val="4F4D8A"/>
                </a:solidFill>
                <a:latin typeface="Times New Roman"/>
              </a:rPr>
              <a:t>v</a:t>
            </a:r>
            <a:r>
              <a:rPr sz="540" b="0" i="1" baseline="-25000">
                <a:solidFill>
                  <a:srgbClr val="4F4D8A"/>
                </a:solidFill>
                <a:latin typeface="Times New Roman"/>
              </a:rPr>
              <a:t>t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4F4FB9B-7AA8-1779-72EA-76B8BB255539}"/>
              </a:ext>
            </a:extLst>
          </p:cNvPr>
          <p:cNvSpPr txBox="1"/>
          <p:nvPr/>
        </p:nvSpPr>
        <p:spPr>
          <a:xfrm>
            <a:off x="2263496" y="1084243"/>
            <a:ext cx="27940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1">
                <a:solidFill>
                  <a:srgbClr val="4F4D8A"/>
                </a:solidFill>
                <a:latin typeface="Times New Roman"/>
              </a:rPr>
              <a:t>π</a:t>
            </a:r>
            <a:r>
              <a:rPr sz="500" b="0" i="1" baseline="-25000">
                <a:solidFill>
                  <a:srgbClr val="4F4D8A"/>
                </a:solidFill>
                <a:latin typeface="Times New Roman"/>
              </a:rPr>
              <a:t>𝒞</a:t>
            </a:r>
            <a:r>
              <a:rPr sz="500" b="0" i="0">
                <a:solidFill>
                  <a:srgbClr val="4F4D8A"/>
                </a:solidFill>
                <a:latin typeface="Times New Roman"/>
              </a:rPr>
              <a:t> large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5B4E62D-2B6C-E0D0-C742-AD749E5E3031}"/>
              </a:ext>
            </a:extLst>
          </p:cNvPr>
          <p:cNvSpPr txBox="1"/>
          <p:nvPr/>
        </p:nvSpPr>
        <p:spPr>
          <a:xfrm>
            <a:off x="2377867" y="630015"/>
            <a:ext cx="613562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0" b="0" i="0" dirty="0">
                <a:solidFill>
                  <a:srgbClr val="D9722F"/>
                </a:solidFill>
                <a:latin typeface="Times New Roman"/>
              </a:rPr>
              <a:t>decisive error </a:t>
            </a:r>
            <a:r>
              <a:rPr sz="540" b="0" i="1" dirty="0" err="1">
                <a:solidFill>
                  <a:srgbClr val="D9722F"/>
                </a:solidFill>
                <a:latin typeface="Times New Roman"/>
              </a:rPr>
              <a:t>v</a:t>
            </a:r>
            <a:r>
              <a:rPr sz="540" b="0" i="1" baseline="-25000" dirty="0" err="1">
                <a:solidFill>
                  <a:srgbClr val="D9722F"/>
                </a:solidFill>
                <a:latin typeface="Times New Roman"/>
              </a:rPr>
              <a:t>t</a:t>
            </a:r>
            <a:r>
              <a:rPr sz="540" b="0" i="1" baseline="-25000" dirty="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BC72B1D-0B80-DA66-E01A-515160117CFC}"/>
              </a:ext>
            </a:extLst>
          </p:cNvPr>
          <p:cNvSpPr txBox="1"/>
          <p:nvPr/>
        </p:nvSpPr>
        <p:spPr>
          <a:xfrm>
            <a:off x="2744084" y="1072356"/>
            <a:ext cx="27940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0" i="1" dirty="0">
                <a:solidFill>
                  <a:srgbClr val="D9722F"/>
                </a:solidFill>
                <a:latin typeface="Times New Roman"/>
              </a:rPr>
              <a:t>π</a:t>
            </a:r>
            <a:r>
              <a:rPr sz="500" b="0" i="1" baseline="-25000" dirty="0">
                <a:solidFill>
                  <a:srgbClr val="D9722F"/>
                </a:solidFill>
                <a:latin typeface="Times New Roman"/>
              </a:rPr>
              <a:t>𝒞</a:t>
            </a:r>
            <a:r>
              <a:rPr sz="500" b="0" i="0" dirty="0">
                <a:solidFill>
                  <a:srgbClr val="D9722F"/>
                </a:solidFill>
                <a:latin typeface="Times New Roman"/>
              </a:rPr>
              <a:t> small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CFE7473-EFAD-0106-599E-A27854AF9E3F}"/>
              </a:ext>
            </a:extLst>
          </p:cNvPr>
          <p:cNvSpPr txBox="1"/>
          <p:nvPr/>
        </p:nvSpPr>
        <p:spPr>
          <a:xfrm>
            <a:off x="2103232" y="1169777"/>
            <a:ext cx="714044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20" b="0" i="0" dirty="0">
                <a:solidFill>
                  <a:srgbClr val="D9722F"/>
                </a:solidFill>
                <a:latin typeface="Times New Roman"/>
              </a:rPr>
              <a:t>band 𝒞 = span{</a:t>
            </a:r>
            <a:r>
              <a:rPr sz="520" b="0" i="1" dirty="0" err="1">
                <a:solidFill>
                  <a:srgbClr val="D9722F"/>
                </a:solidFill>
                <a:latin typeface="Times New Roman"/>
              </a:rPr>
              <a:t>V</a:t>
            </a:r>
            <a:r>
              <a:rPr sz="520" b="0" i="1" baseline="-25000" dirty="0" err="1">
                <a:solidFill>
                  <a:srgbClr val="D9722F"/>
                </a:solidFill>
                <a:latin typeface="Times New Roman"/>
              </a:rPr>
              <a:t>:,c</a:t>
            </a:r>
            <a:r>
              <a:rPr sz="520" b="0" i="0" dirty="0">
                <a:solidFill>
                  <a:srgbClr val="D9722F"/>
                </a:solidFill>
                <a:latin typeface="Times New Roman"/>
              </a:rPr>
              <a:t>}</a:t>
            </a:r>
            <a:r>
              <a:rPr sz="520" b="0" i="1" baseline="-25000" dirty="0">
                <a:solidFill>
                  <a:srgbClr val="D9722F"/>
                </a:solidFill>
                <a:latin typeface="Times New Roman"/>
              </a:rPr>
              <a:t>c∈𝒞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2DF1E1F-F59A-F2C8-ECC2-E12243A9B4F0}"/>
              </a:ext>
            </a:extLst>
          </p:cNvPr>
          <p:cNvSpPr txBox="1"/>
          <p:nvPr/>
        </p:nvSpPr>
        <p:spPr>
          <a:xfrm>
            <a:off x="3383330" y="1233424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1321E1F-6A48-A3E2-4BE3-ACBA91D47CD1}"/>
              </a:ext>
            </a:extLst>
          </p:cNvPr>
          <p:cNvSpPr txBox="1"/>
          <p:nvPr/>
        </p:nvSpPr>
        <p:spPr>
          <a:xfrm>
            <a:off x="3618026" y="1233424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AD56E18-4B8A-177D-0705-4F23BEBC9650}"/>
              </a:ext>
            </a:extLst>
          </p:cNvPr>
          <p:cNvSpPr txBox="1"/>
          <p:nvPr/>
        </p:nvSpPr>
        <p:spPr>
          <a:xfrm>
            <a:off x="3852722" y="1233424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F714F04-F565-4C1C-3785-65E0D94659A5}"/>
              </a:ext>
            </a:extLst>
          </p:cNvPr>
          <p:cNvSpPr txBox="1"/>
          <p:nvPr/>
        </p:nvSpPr>
        <p:spPr>
          <a:xfrm>
            <a:off x="4087418" y="1233424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9BD971D-77A9-17C1-DBDD-DDDB92648908}"/>
              </a:ext>
            </a:extLst>
          </p:cNvPr>
          <p:cNvSpPr txBox="1"/>
          <p:nvPr/>
        </p:nvSpPr>
        <p:spPr>
          <a:xfrm>
            <a:off x="4322114" y="1233424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EC389CF-8DB9-2AF3-6B7B-766B01FF9853}"/>
              </a:ext>
            </a:extLst>
          </p:cNvPr>
          <p:cNvSpPr txBox="1"/>
          <p:nvPr/>
        </p:nvSpPr>
        <p:spPr>
          <a:xfrm>
            <a:off x="4556810" y="1233424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DD3D2C7-2BD6-B7F9-B6E3-098D3C31A674}"/>
              </a:ext>
            </a:extLst>
          </p:cNvPr>
          <p:cNvSpPr txBox="1"/>
          <p:nvPr/>
        </p:nvSpPr>
        <p:spPr>
          <a:xfrm>
            <a:off x="3321558" y="639064"/>
            <a:ext cx="569163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60" b="0" i="0">
                <a:solidFill>
                  <a:srgbClr val="0B0B0B"/>
                </a:solidFill>
                <a:latin typeface="Times New Roman"/>
              </a:rPr>
              <a:t>base score 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6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6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C7C9536-EA16-AB1F-3533-E69EE7730971}"/>
              </a:ext>
            </a:extLst>
          </p:cNvPr>
          <p:cNvSpPr txBox="1"/>
          <p:nvPr/>
        </p:nvSpPr>
        <p:spPr>
          <a:xfrm>
            <a:off x="3935729" y="77393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6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6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17D5431-F8E7-8BC0-C67A-2C5745AC90BA}"/>
              </a:ext>
            </a:extLst>
          </p:cNvPr>
          <p:cNvSpPr txBox="1"/>
          <p:nvPr/>
        </p:nvSpPr>
        <p:spPr>
          <a:xfrm>
            <a:off x="3985310" y="610489"/>
            <a:ext cx="744423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0">
                <a:solidFill>
                  <a:srgbClr val="4F4D8A"/>
                </a:solidFill>
                <a:latin typeface="Times New Roman"/>
              </a:rPr>
              <a:t>argmax </a:t>
            </a:r>
            <a:r>
              <a:rPr sz="520" b="0" i="1">
                <a:solidFill>
                  <a:srgbClr val="4F4D8A"/>
                </a:solidFill>
                <a:latin typeface="Times New Roman"/>
              </a:rPr>
              <a:t>S</a:t>
            </a:r>
            <a:r>
              <a:rPr sz="520" b="0" i="0">
                <a:solidFill>
                  <a:srgbClr val="4F4D8A"/>
                </a:solidFill>
                <a:latin typeface="Times New Roman"/>
              </a:rPr>
              <a:t> drifts past </a:t>
            </a:r>
            <a:r>
              <a:rPr sz="520" b="0" i="1">
                <a:solidFill>
                  <a:srgbClr val="4F4D8A"/>
                </a:solidFill>
                <a:latin typeface="Times New Roman"/>
              </a:rPr>
              <a:t>t</a:t>
            </a:r>
            <a:r>
              <a:rPr sz="520" b="0" i="0" baseline="30000">
                <a:solidFill>
                  <a:srgbClr val="4F4D8A"/>
                </a:solidFill>
                <a:latin typeface="Times New Roman"/>
              </a:rPr>
              <a:t>*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4479586-F35C-8A57-8B2D-E4F6BE442CBC}"/>
              </a:ext>
            </a:extLst>
          </p:cNvPr>
          <p:cNvSpPr txBox="1"/>
          <p:nvPr/>
        </p:nvSpPr>
        <p:spPr>
          <a:xfrm>
            <a:off x="3954932" y="673354"/>
            <a:ext cx="774801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80" b="0" i="0">
                <a:solidFill>
                  <a:srgbClr val="8A887F"/>
                </a:solidFill>
                <a:latin typeface="Times New Roman"/>
              </a:rPr>
              <a:t>(downstream contamination)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AD67D7C-6188-029F-3E8D-D4D17605655C}"/>
              </a:ext>
            </a:extLst>
          </p:cNvPr>
          <p:cNvSpPr txBox="1"/>
          <p:nvPr/>
        </p:nvSpPr>
        <p:spPr>
          <a:xfrm>
            <a:off x="1172718" y="1423543"/>
            <a:ext cx="1237488" cy="11658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VN" sz="680" b="1" i="0" dirty="0">
                <a:solidFill>
                  <a:srgbClr val="0B0B0B"/>
                </a:solidFill>
                <a:latin typeface="Times New Roman"/>
              </a:rPr>
              <a:t>(3) </a:t>
            </a:r>
            <a:r>
              <a:rPr sz="680" b="1" i="0" dirty="0">
                <a:solidFill>
                  <a:srgbClr val="0B0B0B"/>
                </a:solidFill>
                <a:latin typeface="Times New Roman"/>
              </a:rPr>
              <a:t>Attention-guided rescoring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B1F3135-DB65-E52C-C32B-C77FBB8DB817}"/>
              </a:ext>
            </a:extLst>
          </p:cNvPr>
          <p:cNvSpPr txBox="1"/>
          <p:nvPr/>
        </p:nvSpPr>
        <p:spPr>
          <a:xfrm>
            <a:off x="1380573" y="1922907"/>
            <a:ext cx="185927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80" b="0" i="1">
                <a:solidFill>
                  <a:srgbClr val="D9722F"/>
                </a:solidFill>
                <a:latin typeface="Times New Roman"/>
              </a:rPr>
              <a:t>i</a:t>
            </a:r>
            <a:r>
              <a:rPr sz="480" b="0" i="0">
                <a:solidFill>
                  <a:srgbClr val="D9722F"/>
                </a:solidFill>
                <a:latin typeface="Times New Roman"/>
              </a:rPr>
              <a:t> = 3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4A650D5-7C56-A2F9-DF39-F554AD85707A}"/>
              </a:ext>
            </a:extLst>
          </p:cNvPr>
          <p:cNvSpPr txBox="1"/>
          <p:nvPr/>
        </p:nvSpPr>
        <p:spPr>
          <a:xfrm>
            <a:off x="1181354" y="1989201"/>
            <a:ext cx="765454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0">
                <a:solidFill>
                  <a:srgbClr val="0B0B0B"/>
                </a:solidFill>
                <a:latin typeface="Times New Roman"/>
              </a:rPr>
              <a:t>attention weights 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60" b="0" i="1" baseline="-25000">
                <a:solidFill>
                  <a:srgbClr val="0B0B0B"/>
                </a:solidFill>
                <a:latin typeface="Times New Roman"/>
              </a:rPr>
              <a:t>i,t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07819AC-E734-1DB9-1A44-C7788515CCF2}"/>
              </a:ext>
            </a:extLst>
          </p:cNvPr>
          <p:cNvSpPr txBox="1"/>
          <p:nvPr/>
        </p:nvSpPr>
        <p:spPr>
          <a:xfrm>
            <a:off x="3383330" y="2042287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 dirty="0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 dirty="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96C191A-98E9-52E9-CB89-F972C85C1D3E}"/>
              </a:ext>
            </a:extLst>
          </p:cNvPr>
          <p:cNvSpPr txBox="1"/>
          <p:nvPr/>
        </p:nvSpPr>
        <p:spPr>
          <a:xfrm>
            <a:off x="3618026" y="2042287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9D1C34E-B640-7E24-ABC9-1316310B34D6}"/>
              </a:ext>
            </a:extLst>
          </p:cNvPr>
          <p:cNvSpPr txBox="1"/>
          <p:nvPr/>
        </p:nvSpPr>
        <p:spPr>
          <a:xfrm>
            <a:off x="3852722" y="2042287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8CA48EA-3FBC-5A00-43E5-46ECABF1526E}"/>
              </a:ext>
            </a:extLst>
          </p:cNvPr>
          <p:cNvSpPr txBox="1"/>
          <p:nvPr/>
        </p:nvSpPr>
        <p:spPr>
          <a:xfrm>
            <a:off x="4087418" y="2042287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18230F3-655B-33D9-097B-06F3A37E27AA}"/>
              </a:ext>
            </a:extLst>
          </p:cNvPr>
          <p:cNvSpPr txBox="1"/>
          <p:nvPr/>
        </p:nvSpPr>
        <p:spPr>
          <a:xfrm>
            <a:off x="4322114" y="2042287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C23650F-CE4F-0133-B0A5-494FE3FFD68A}"/>
              </a:ext>
            </a:extLst>
          </p:cNvPr>
          <p:cNvSpPr txBox="1"/>
          <p:nvPr/>
        </p:nvSpPr>
        <p:spPr>
          <a:xfrm>
            <a:off x="4556810" y="2042287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5F2B85F-979E-0705-B4D4-3581D3FF9782}"/>
              </a:ext>
            </a:extLst>
          </p:cNvPr>
          <p:cNvSpPr txBox="1"/>
          <p:nvPr/>
        </p:nvSpPr>
        <p:spPr>
          <a:xfrm>
            <a:off x="4380230" y="1422744"/>
            <a:ext cx="349504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20" b="0" i="1" dirty="0">
                <a:solidFill>
                  <a:srgbClr val="D9722F"/>
                </a:solidFill>
                <a:latin typeface="Times New Roman"/>
              </a:rPr>
              <a:t>w</a:t>
            </a:r>
            <a:r>
              <a:rPr sz="520" b="0" i="1" baseline="-25000" dirty="0">
                <a:solidFill>
                  <a:srgbClr val="D9722F"/>
                </a:solidFill>
                <a:latin typeface="Times New Roman"/>
              </a:rPr>
              <a:t>3,t</a:t>
            </a:r>
            <a:r>
              <a:rPr sz="520" b="0" i="0" dirty="0">
                <a:solidFill>
                  <a:srgbClr val="D9722F"/>
                </a:solidFill>
                <a:latin typeface="Times New Roman"/>
              </a:rPr>
              <a:t> </a:t>
            </a:r>
            <a:r>
              <a:rPr sz="520" b="0" i="1" dirty="0">
                <a:solidFill>
                  <a:srgbClr val="D9722F"/>
                </a:solidFill>
                <a:latin typeface="Times New Roman"/>
              </a:rPr>
              <a:t>S</a:t>
            </a:r>
            <a:r>
              <a:rPr sz="520" b="0" i="0" dirty="0">
                <a:solidFill>
                  <a:srgbClr val="D9722F"/>
                </a:solidFill>
                <a:latin typeface="Times New Roman"/>
              </a:rPr>
              <a:t>(</a:t>
            </a:r>
            <a:r>
              <a:rPr sz="520" b="0" i="1" dirty="0">
                <a:solidFill>
                  <a:srgbClr val="D9722F"/>
                </a:solidFill>
                <a:latin typeface="Times New Roman"/>
              </a:rPr>
              <a:t>s</a:t>
            </a:r>
            <a:r>
              <a:rPr sz="520" b="0" i="1" baseline="-25000" dirty="0">
                <a:solidFill>
                  <a:srgbClr val="D9722F"/>
                </a:solidFill>
                <a:latin typeface="Times New Roman"/>
              </a:rPr>
              <a:t>t</a:t>
            </a:r>
            <a:r>
              <a:rPr sz="520" b="0" i="0" dirty="0">
                <a:solidFill>
                  <a:srgbClr val="D9722F"/>
                </a:solidFill>
                <a:latin typeface="Times New Roman"/>
              </a:rPr>
              <a:t>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7311234-6F5E-369C-3CBF-A920B0A9D2C9}"/>
              </a:ext>
            </a:extLst>
          </p:cNvPr>
          <p:cNvSpPr txBox="1"/>
          <p:nvPr/>
        </p:nvSpPr>
        <p:spPr>
          <a:xfrm>
            <a:off x="3737610" y="1451029"/>
            <a:ext cx="115823" cy="1028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600" b="0" i="1">
                <a:solidFill>
                  <a:srgbClr val="D9722F"/>
                </a:solidFill>
                <a:latin typeface="Times New Roman"/>
              </a:rPr>
              <a:t>t̂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3EB606D-32E2-8655-57C3-F950F2D3B000}"/>
              </a:ext>
            </a:extLst>
          </p:cNvPr>
          <p:cNvSpPr txBox="1"/>
          <p:nvPr/>
        </p:nvSpPr>
        <p:spPr>
          <a:xfrm>
            <a:off x="3435858" y="1571942"/>
            <a:ext cx="19177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500" b="0" i="0">
                <a:solidFill>
                  <a:srgbClr val="52514E"/>
                </a:solidFill>
                <a:latin typeface="Times New Roman"/>
              </a:rPr>
              <a:t>(</a:t>
            </a:r>
            <a:r>
              <a:rPr sz="50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500" b="0" i="1" baseline="-25000">
                <a:solidFill>
                  <a:srgbClr val="52514E"/>
                </a:solidFill>
                <a:latin typeface="Times New Roman"/>
              </a:rPr>
              <a:t>i</a:t>
            </a:r>
            <a:r>
              <a:rPr sz="500" b="0" i="0">
                <a:solidFill>
                  <a:srgbClr val="52514E"/>
                </a:solidFill>
                <a:latin typeface="Times New Roman"/>
              </a:rPr>
              <a:t>)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14BC33F-6DD3-017E-05F3-66FFE7351EFD}"/>
              </a:ext>
            </a:extLst>
          </p:cNvPr>
          <p:cNvSpPr txBox="1"/>
          <p:nvPr/>
        </p:nvSpPr>
        <p:spPr>
          <a:xfrm>
            <a:off x="3435858" y="1637779"/>
            <a:ext cx="13335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0" i="1">
                <a:solidFill>
                  <a:srgbClr val="52514E"/>
                </a:solidFill>
                <a:latin typeface="Times New Roman"/>
              </a:rPr>
              <a:t>γB</a:t>
            </a:r>
            <a:r>
              <a:rPr sz="500" b="0" i="1" baseline="-25000">
                <a:solidFill>
                  <a:srgbClr val="52514E"/>
                </a:solidFill>
                <a:latin typeface="Times New Roman"/>
              </a:rPr>
              <a:t>i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B4A9CD1-97AA-D5C8-098E-D20B332A37C0}"/>
              </a:ext>
            </a:extLst>
          </p:cNvPr>
          <p:cNvSpPr txBox="1"/>
          <p:nvPr/>
        </p:nvSpPr>
        <p:spPr>
          <a:xfrm>
            <a:off x="3321558" y="1447927"/>
            <a:ext cx="536448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60" b="0" i="0">
                <a:solidFill>
                  <a:srgbClr val="0B0B0B"/>
                </a:solidFill>
                <a:latin typeface="Times New Roman"/>
              </a:rPr>
              <a:t>rescored 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S̃</a:t>
            </a:r>
            <a:r>
              <a:rPr sz="56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56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14" name="Rounded Rectangle 213">
            <a:extLst>
              <a:ext uri="{FF2B5EF4-FFF2-40B4-BE49-F238E27FC236}">
                <a16:creationId xmlns:a16="http://schemas.microsoft.com/office/drawing/2014/main" id="{4F666EE5-1497-C059-F427-C574AC37E197}"/>
              </a:ext>
            </a:extLst>
          </p:cNvPr>
          <p:cNvSpPr/>
          <p:nvPr/>
        </p:nvSpPr>
        <p:spPr>
          <a:xfrm>
            <a:off x="1317085" y="231789"/>
            <a:ext cx="40233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A2B361E8-8E28-4005-E2DB-674BC6BD70E4}"/>
              </a:ext>
            </a:extLst>
          </p:cNvPr>
          <p:cNvSpPr/>
          <p:nvPr/>
        </p:nvSpPr>
        <p:spPr>
          <a:xfrm>
            <a:off x="1280509" y="195214"/>
            <a:ext cx="40233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DEA58025-9785-C372-F7A3-3CC76CB6345A}"/>
              </a:ext>
            </a:extLst>
          </p:cNvPr>
          <p:cNvSpPr/>
          <p:nvPr/>
        </p:nvSpPr>
        <p:spPr>
          <a:xfrm>
            <a:off x="1243933" y="158637"/>
            <a:ext cx="40233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59D6D0BB-1A00-AFF8-2EFF-8AD6D2087DBC}"/>
              </a:ext>
            </a:extLst>
          </p:cNvPr>
          <p:cNvSpPr/>
          <p:nvPr/>
        </p:nvSpPr>
        <p:spPr>
          <a:xfrm>
            <a:off x="1266457" y="188864"/>
            <a:ext cx="360000" cy="36000"/>
          </a:xfrm>
          <a:prstGeom prst="rect">
            <a:avLst/>
          </a:prstGeom>
          <a:solidFill>
            <a:srgbClr val="CFDCC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8" name="TextBox 131">
            <a:extLst>
              <a:ext uri="{FF2B5EF4-FFF2-40B4-BE49-F238E27FC236}">
                <a16:creationId xmlns:a16="http://schemas.microsoft.com/office/drawing/2014/main" id="{96BAAA36-1813-9F31-E17E-887E659C597F}"/>
              </a:ext>
            </a:extLst>
          </p:cNvPr>
          <p:cNvSpPr txBox="1"/>
          <p:nvPr/>
        </p:nvSpPr>
        <p:spPr>
          <a:xfrm>
            <a:off x="1120103" y="98663"/>
            <a:ext cx="30861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500" b="0" i="0" dirty="0">
                <a:solidFill>
                  <a:srgbClr val="8A887F"/>
                </a:solidFill>
                <a:latin typeface="Times New Roman"/>
              </a:rPr>
              <a:t>unlabeled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6AE1F489-4DD5-1C5E-A061-658A494E705F}"/>
              </a:ext>
            </a:extLst>
          </p:cNvPr>
          <p:cNvSpPr/>
          <p:nvPr/>
        </p:nvSpPr>
        <p:spPr>
          <a:xfrm>
            <a:off x="1266457" y="232848"/>
            <a:ext cx="360000" cy="36000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6EFC6993-44CF-726D-264B-1CD1EE8DF5D3}"/>
              </a:ext>
            </a:extLst>
          </p:cNvPr>
          <p:cNvSpPr/>
          <p:nvPr/>
        </p:nvSpPr>
        <p:spPr>
          <a:xfrm>
            <a:off x="1266457" y="276832"/>
            <a:ext cx="360000" cy="36000"/>
          </a:xfrm>
          <a:prstGeom prst="rect">
            <a:avLst/>
          </a:prstGeom>
          <a:solidFill>
            <a:srgbClr val="EBDCB4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AA00606-79A7-B9BA-81B5-25316BC3F08A}"/>
              </a:ext>
            </a:extLst>
          </p:cNvPr>
          <p:cNvSpPr/>
          <p:nvPr/>
        </p:nvSpPr>
        <p:spPr>
          <a:xfrm>
            <a:off x="1266457" y="320816"/>
            <a:ext cx="360000" cy="36000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C35FF008-D165-45ED-F35B-26C1B95B0F8C}"/>
              </a:ext>
            </a:extLst>
          </p:cNvPr>
          <p:cNvSpPr/>
          <p:nvPr/>
        </p:nvSpPr>
        <p:spPr>
          <a:xfrm>
            <a:off x="1266457" y="368949"/>
            <a:ext cx="360000" cy="36000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1" name="Freeform 240">
            <a:extLst>
              <a:ext uri="{FF2B5EF4-FFF2-40B4-BE49-F238E27FC236}">
                <a16:creationId xmlns:a16="http://schemas.microsoft.com/office/drawing/2014/main" id="{B5F57B04-5FBF-B22A-1A2A-9D8F93E4E03A}"/>
              </a:ext>
            </a:extLst>
          </p:cNvPr>
          <p:cNvSpPr/>
          <p:nvPr/>
        </p:nvSpPr>
        <p:spPr>
          <a:xfrm>
            <a:off x="2066516" y="207284"/>
            <a:ext cx="156575" cy="274320"/>
          </a:xfrm>
          <a:custGeom>
            <a:avLst/>
            <a:gdLst/>
            <a:ahLst/>
            <a:cxnLst/>
            <a:rect l="l" t="t" r="r" b="b"/>
            <a:pathLst>
              <a:path w="256031" h="731520">
                <a:moveTo>
                  <a:pt x="0" y="731520"/>
                </a:moveTo>
                <a:lnTo>
                  <a:pt x="0" y="0"/>
                </a:lnTo>
                <a:lnTo>
                  <a:pt x="256031" y="201168"/>
                </a:lnTo>
                <a:lnTo>
                  <a:pt x="256031" y="530352"/>
                </a:lnTo>
                <a:close/>
              </a:path>
            </a:pathLst>
          </a:custGeom>
          <a:solidFill>
            <a:srgbClr val="DFE8F3"/>
          </a:solidFill>
          <a:ln w="10160">
            <a:solidFill>
              <a:srgbClr val="7F9FC2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242" name="Connector 114">
            <a:extLst>
              <a:ext uri="{FF2B5EF4-FFF2-40B4-BE49-F238E27FC236}">
                <a16:creationId xmlns:a16="http://schemas.microsoft.com/office/drawing/2014/main" id="{CC59A76C-58AB-DBAC-CF07-D95DCA992D7D}"/>
              </a:ext>
            </a:extLst>
          </p:cNvPr>
          <p:cNvCxnSpPr>
            <a:cxnSpLocks/>
          </p:cNvCxnSpPr>
          <p:nvPr/>
        </p:nvCxnSpPr>
        <p:spPr>
          <a:xfrm>
            <a:off x="1752600" y="340176"/>
            <a:ext cx="307914" cy="0"/>
          </a:xfrm>
          <a:prstGeom prst="line">
            <a:avLst/>
          </a:prstGeom>
          <a:ln w="10160">
            <a:solidFill>
              <a:srgbClr val="52514E"/>
            </a:solidFill>
            <a:tailEnd type="none" w="med" len="med"/>
          </a:ln>
        </p:spPr>
      </p:cxnSp>
      <p:cxnSp>
        <p:nvCxnSpPr>
          <p:cNvPr id="244" name="Connector 114">
            <a:extLst>
              <a:ext uri="{FF2B5EF4-FFF2-40B4-BE49-F238E27FC236}">
                <a16:creationId xmlns:a16="http://schemas.microsoft.com/office/drawing/2014/main" id="{CDB2AA7A-57E5-EA65-D720-7537A13B26C8}"/>
              </a:ext>
            </a:extLst>
          </p:cNvPr>
          <p:cNvCxnSpPr>
            <a:cxnSpLocks/>
          </p:cNvCxnSpPr>
          <p:nvPr/>
        </p:nvCxnSpPr>
        <p:spPr>
          <a:xfrm>
            <a:off x="2232025" y="336318"/>
            <a:ext cx="346075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sp>
        <p:nvSpPr>
          <p:cNvPr id="347" name="TextBox 346">
            <a:extLst>
              <a:ext uri="{FF2B5EF4-FFF2-40B4-BE49-F238E27FC236}">
                <a16:creationId xmlns:a16="http://schemas.microsoft.com/office/drawing/2014/main" id="{AA15D7CB-0536-12C4-A233-98ECCBF1BCE4}"/>
              </a:ext>
            </a:extLst>
          </p:cNvPr>
          <p:cNvSpPr txBox="1"/>
          <p:nvPr/>
        </p:nvSpPr>
        <p:spPr>
          <a:xfrm>
            <a:off x="2388474" y="440269"/>
            <a:ext cx="713336" cy="892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580" b="0" i="0" dirty="0">
                <a:solidFill>
                  <a:srgbClr val="0B0B0B"/>
                </a:solidFill>
                <a:latin typeface="Times New Roman"/>
              </a:rPr>
              <a:t>stacked representations </a:t>
            </a:r>
            <a:endParaRPr sz="580" b="0" i="0" baseline="-25000" dirty="0">
              <a:solidFill>
                <a:srgbClr val="0B0B0B"/>
              </a:solidFill>
              <a:latin typeface="Times New Roman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D8F08D93-C494-9A33-F00D-E098F109C0ED}"/>
              </a:ext>
            </a:extLst>
          </p:cNvPr>
          <p:cNvSpPr txBox="1"/>
          <p:nvPr/>
        </p:nvSpPr>
        <p:spPr>
          <a:xfrm>
            <a:off x="1216554" y="745286"/>
            <a:ext cx="589906" cy="892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580" dirty="0">
                <a:solidFill>
                  <a:srgbClr val="0B0B0B"/>
                </a:solidFill>
                <a:latin typeface="Times New Roman"/>
              </a:rPr>
              <a:t>s</a:t>
            </a:r>
            <a:r>
              <a:rPr lang="en-US" sz="580" b="0" i="0" dirty="0">
                <a:solidFill>
                  <a:srgbClr val="0B0B0B"/>
                </a:solidFill>
                <a:latin typeface="Times New Roman"/>
              </a:rPr>
              <a:t>tep representations</a:t>
            </a:r>
            <a:endParaRPr sz="580" b="0" i="0" baseline="-25000" dirty="0">
              <a:solidFill>
                <a:srgbClr val="0B0B0B"/>
              </a:solidFill>
              <a:latin typeface="Times New Roman"/>
            </a:endParaRPr>
          </a:p>
        </p:txBody>
      </p:sp>
      <p:sp>
        <p:nvSpPr>
          <p:cNvPr id="383" name="Freeform 382">
            <a:extLst>
              <a:ext uri="{FF2B5EF4-FFF2-40B4-BE49-F238E27FC236}">
                <a16:creationId xmlns:a16="http://schemas.microsoft.com/office/drawing/2014/main" id="{8F2B6FF9-DAF9-33A1-2802-ACE32DAD6185}"/>
              </a:ext>
            </a:extLst>
          </p:cNvPr>
          <p:cNvSpPr/>
          <p:nvPr/>
        </p:nvSpPr>
        <p:spPr>
          <a:xfrm>
            <a:off x="2051587" y="1840729"/>
            <a:ext cx="960120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143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Freeform 384">
            <a:extLst>
              <a:ext uri="{FF2B5EF4-FFF2-40B4-BE49-F238E27FC236}">
                <a16:creationId xmlns:a16="http://schemas.microsoft.com/office/drawing/2014/main" id="{934602A3-7B61-1CA1-D94E-32E03127E72F}"/>
              </a:ext>
            </a:extLst>
          </p:cNvPr>
          <p:cNvSpPr/>
          <p:nvPr/>
        </p:nvSpPr>
        <p:spPr>
          <a:xfrm>
            <a:off x="2062559" y="1692107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10414">
            <a:solidFill>
              <a:srgbClr val="EBB591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Freeform 385">
            <a:extLst>
              <a:ext uri="{FF2B5EF4-FFF2-40B4-BE49-F238E27FC236}">
                <a16:creationId xmlns:a16="http://schemas.microsoft.com/office/drawing/2014/main" id="{1A31BF2F-D63A-5D03-2539-FB6D80AE245C}"/>
              </a:ext>
            </a:extLst>
          </p:cNvPr>
          <p:cNvSpPr/>
          <p:nvPr/>
        </p:nvSpPr>
        <p:spPr>
          <a:xfrm>
            <a:off x="2062559" y="1611609"/>
            <a:ext cx="949148" cy="198944"/>
          </a:xfrm>
          <a:custGeom>
            <a:avLst/>
            <a:gdLst/>
            <a:ahLst/>
            <a:cxnLst/>
            <a:rect l="l" t="t" r="r" b="b"/>
            <a:pathLst>
              <a:path w="949148" h="198944">
                <a:moveTo>
                  <a:pt x="949148" y="198944"/>
                </a:moveTo>
                <a:lnTo>
                  <a:pt x="907880" y="165787"/>
                </a:lnTo>
                <a:lnTo>
                  <a:pt x="866613" y="135644"/>
                </a:lnTo>
                <a:lnTo>
                  <a:pt x="825346" y="108515"/>
                </a:lnTo>
                <a:lnTo>
                  <a:pt x="784078" y="84401"/>
                </a:lnTo>
                <a:lnTo>
                  <a:pt x="742811" y="63301"/>
                </a:lnTo>
                <a:lnTo>
                  <a:pt x="701544" y="45215"/>
                </a:lnTo>
                <a:lnTo>
                  <a:pt x="660277" y="30143"/>
                </a:lnTo>
                <a:lnTo>
                  <a:pt x="619009" y="18086"/>
                </a:lnTo>
                <a:lnTo>
                  <a:pt x="577742" y="9043"/>
                </a:lnTo>
                <a:lnTo>
                  <a:pt x="536475" y="3014"/>
                </a:lnTo>
                <a:lnTo>
                  <a:pt x="495208" y="0"/>
                </a:lnTo>
                <a:lnTo>
                  <a:pt x="453940" y="0"/>
                </a:lnTo>
                <a:lnTo>
                  <a:pt x="412673" y="3014"/>
                </a:lnTo>
                <a:lnTo>
                  <a:pt x="371406" y="9043"/>
                </a:lnTo>
                <a:lnTo>
                  <a:pt x="330138" y="18086"/>
                </a:lnTo>
                <a:lnTo>
                  <a:pt x="288871" y="30143"/>
                </a:lnTo>
                <a:lnTo>
                  <a:pt x="247604" y="45215"/>
                </a:lnTo>
                <a:lnTo>
                  <a:pt x="206337" y="63301"/>
                </a:lnTo>
                <a:lnTo>
                  <a:pt x="165069" y="84401"/>
                </a:lnTo>
                <a:lnTo>
                  <a:pt x="123802" y="108515"/>
                </a:lnTo>
                <a:lnTo>
                  <a:pt x="82535" y="135644"/>
                </a:lnTo>
                <a:lnTo>
                  <a:pt x="41268" y="165787"/>
                </a:lnTo>
                <a:lnTo>
                  <a:pt x="0" y="198944"/>
                </a:lnTo>
              </a:path>
            </a:pathLst>
          </a:custGeom>
          <a:noFill/>
          <a:ln w="11176">
            <a:solidFill>
              <a:srgbClr val="EAB08B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Freeform 386">
            <a:extLst>
              <a:ext uri="{FF2B5EF4-FFF2-40B4-BE49-F238E27FC236}">
                <a16:creationId xmlns:a16="http://schemas.microsoft.com/office/drawing/2014/main" id="{A7359100-9978-6CFF-B82E-0770DB6479C0}"/>
              </a:ext>
            </a:extLst>
          </p:cNvPr>
          <p:cNvSpPr/>
          <p:nvPr/>
        </p:nvSpPr>
        <p:spPr>
          <a:xfrm>
            <a:off x="2638631" y="1772604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1938">
            <a:solidFill>
              <a:srgbClr val="E8AB84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Freeform 387">
            <a:extLst>
              <a:ext uri="{FF2B5EF4-FFF2-40B4-BE49-F238E27FC236}">
                <a16:creationId xmlns:a16="http://schemas.microsoft.com/office/drawing/2014/main" id="{7AD14541-F01D-0823-FB51-14DCD9A0FC37}"/>
              </a:ext>
            </a:extLst>
          </p:cNvPr>
          <p:cNvSpPr/>
          <p:nvPr/>
        </p:nvSpPr>
        <p:spPr>
          <a:xfrm>
            <a:off x="2254583" y="1772604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2700">
            <a:solidFill>
              <a:srgbClr val="E7A77D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Freeform 388">
            <a:extLst>
              <a:ext uri="{FF2B5EF4-FFF2-40B4-BE49-F238E27FC236}">
                <a16:creationId xmlns:a16="http://schemas.microsoft.com/office/drawing/2014/main" id="{A73DCA93-94DC-DA54-EC02-72744A574787}"/>
              </a:ext>
            </a:extLst>
          </p:cNvPr>
          <p:cNvSpPr/>
          <p:nvPr/>
        </p:nvSpPr>
        <p:spPr>
          <a:xfrm>
            <a:off x="2062559" y="1772604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4224">
            <a:solidFill>
              <a:srgbClr val="E59E6F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Freeform 389">
            <a:extLst>
              <a:ext uri="{FF2B5EF4-FFF2-40B4-BE49-F238E27FC236}">
                <a16:creationId xmlns:a16="http://schemas.microsoft.com/office/drawing/2014/main" id="{650B8A4A-1D14-2337-A5DD-437B21B01A35}"/>
              </a:ext>
            </a:extLst>
          </p:cNvPr>
          <p:cNvSpPr/>
          <p:nvPr/>
        </p:nvSpPr>
        <p:spPr>
          <a:xfrm>
            <a:off x="2446607" y="1732356"/>
            <a:ext cx="373076" cy="78197"/>
          </a:xfrm>
          <a:custGeom>
            <a:avLst/>
            <a:gdLst/>
            <a:ahLst/>
            <a:cxnLst/>
            <a:rect l="l" t="t" r="r" b="b"/>
            <a:pathLst>
              <a:path w="373076" h="78197">
                <a:moveTo>
                  <a:pt x="373076" y="78197"/>
                </a:moveTo>
                <a:lnTo>
                  <a:pt x="356855" y="65164"/>
                </a:lnTo>
                <a:lnTo>
                  <a:pt x="340634" y="53316"/>
                </a:lnTo>
                <a:lnTo>
                  <a:pt x="324414" y="42653"/>
                </a:lnTo>
                <a:lnTo>
                  <a:pt x="308193" y="33174"/>
                </a:lnTo>
                <a:lnTo>
                  <a:pt x="291972" y="24881"/>
                </a:lnTo>
                <a:lnTo>
                  <a:pt x="275752" y="17772"/>
                </a:lnTo>
                <a:lnTo>
                  <a:pt x="259531" y="11848"/>
                </a:lnTo>
                <a:lnTo>
                  <a:pt x="243310" y="7108"/>
                </a:lnTo>
                <a:lnTo>
                  <a:pt x="227090" y="3554"/>
                </a:lnTo>
                <a:lnTo>
                  <a:pt x="210869" y="1184"/>
                </a:lnTo>
                <a:lnTo>
                  <a:pt x="194648" y="0"/>
                </a:lnTo>
                <a:lnTo>
                  <a:pt x="178428" y="0"/>
                </a:lnTo>
                <a:lnTo>
                  <a:pt x="162207" y="1184"/>
                </a:lnTo>
                <a:lnTo>
                  <a:pt x="145986" y="3554"/>
                </a:lnTo>
                <a:lnTo>
                  <a:pt x="129766" y="7108"/>
                </a:lnTo>
                <a:lnTo>
                  <a:pt x="113545" y="11848"/>
                </a:lnTo>
                <a:lnTo>
                  <a:pt x="97324" y="17772"/>
                </a:lnTo>
                <a:lnTo>
                  <a:pt x="81104" y="24881"/>
                </a:lnTo>
                <a:lnTo>
                  <a:pt x="64883" y="33174"/>
                </a:lnTo>
                <a:lnTo>
                  <a:pt x="48662" y="42653"/>
                </a:lnTo>
                <a:lnTo>
                  <a:pt x="32442" y="53316"/>
                </a:lnTo>
                <a:lnTo>
                  <a:pt x="16221" y="65164"/>
                </a:lnTo>
                <a:lnTo>
                  <a:pt x="0" y="78197"/>
                </a:lnTo>
              </a:path>
            </a:pathLst>
          </a:custGeom>
          <a:noFill/>
          <a:ln w="17272">
            <a:solidFill>
              <a:srgbClr val="E08B54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Freeform 390">
            <a:extLst>
              <a:ext uri="{FF2B5EF4-FFF2-40B4-BE49-F238E27FC236}">
                <a16:creationId xmlns:a16="http://schemas.microsoft.com/office/drawing/2014/main" id="{437B3550-D191-1C48-6919-38D09D48C179}"/>
              </a:ext>
            </a:extLst>
          </p:cNvPr>
          <p:cNvSpPr/>
          <p:nvPr/>
        </p:nvSpPr>
        <p:spPr>
          <a:xfrm>
            <a:off x="2446607" y="1772604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9558">
            <a:solidFill>
              <a:srgbClr val="DC7E40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Freeform 391">
            <a:extLst>
              <a:ext uri="{FF2B5EF4-FFF2-40B4-BE49-F238E27FC236}">
                <a16:creationId xmlns:a16="http://schemas.microsoft.com/office/drawing/2014/main" id="{49A7E545-1F75-FAD7-7BDA-DB69E12FBD0E}"/>
              </a:ext>
            </a:extLst>
          </p:cNvPr>
          <p:cNvSpPr/>
          <p:nvPr/>
        </p:nvSpPr>
        <p:spPr>
          <a:xfrm>
            <a:off x="2446607" y="1692107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20015">
            <a:solidFill>
              <a:srgbClr val="DB7B3C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9EC99ADA-F6F8-A972-D658-2E10878242CD}"/>
              </a:ext>
            </a:extLst>
          </p:cNvPr>
          <p:cNvSpPr/>
          <p:nvPr/>
        </p:nvSpPr>
        <p:spPr>
          <a:xfrm>
            <a:off x="2021411" y="1810553"/>
            <a:ext cx="60350" cy="60350"/>
          </a:xfrm>
          <a:prstGeom prst="ellipse">
            <a:avLst/>
          </a:prstGeom>
          <a:solidFill>
            <a:srgbClr val="BCCBE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C1187BAE-3CCC-94AC-2808-4C4358D1C041}"/>
              </a:ext>
            </a:extLst>
          </p:cNvPr>
          <p:cNvSpPr/>
          <p:nvPr/>
        </p:nvSpPr>
        <p:spPr>
          <a:xfrm>
            <a:off x="2213435" y="1810553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9C14D3B1-3A72-D17A-1FEA-57ECB9987B29}"/>
              </a:ext>
            </a:extLst>
          </p:cNvPr>
          <p:cNvSpPr/>
          <p:nvPr/>
        </p:nvSpPr>
        <p:spPr>
          <a:xfrm>
            <a:off x="2405459" y="1810553"/>
            <a:ext cx="60350" cy="60350"/>
          </a:xfrm>
          <a:prstGeom prst="ellipse">
            <a:avLst/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50C330F6-6A35-AC2B-8330-68BDB9A62B9B}"/>
              </a:ext>
            </a:extLst>
          </p:cNvPr>
          <p:cNvSpPr/>
          <p:nvPr/>
        </p:nvSpPr>
        <p:spPr>
          <a:xfrm>
            <a:off x="2597483" y="1810553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0B396D4-27F7-363D-0847-3B18479CCC54}"/>
              </a:ext>
            </a:extLst>
          </p:cNvPr>
          <p:cNvSpPr/>
          <p:nvPr/>
        </p:nvSpPr>
        <p:spPr>
          <a:xfrm>
            <a:off x="2789507" y="1810553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E4C038C9-E999-B037-CBEF-37ABBFD223D7}"/>
              </a:ext>
            </a:extLst>
          </p:cNvPr>
          <p:cNvSpPr/>
          <p:nvPr/>
        </p:nvSpPr>
        <p:spPr>
          <a:xfrm>
            <a:off x="2981531" y="1810553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031FA7F-ED99-4CAD-E20D-B120184C01F0}"/>
              </a:ext>
            </a:extLst>
          </p:cNvPr>
          <p:cNvSpPr/>
          <p:nvPr/>
        </p:nvSpPr>
        <p:spPr>
          <a:xfrm>
            <a:off x="1278128" y="846272"/>
            <a:ext cx="55046" cy="55046"/>
          </a:xfrm>
          <a:prstGeom prst="rect">
            <a:avLst/>
          </a:prstGeom>
          <a:solidFill>
            <a:srgbClr val="A8A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44D11691-A555-DBD9-BE8E-98F05D5A3357}"/>
              </a:ext>
            </a:extLst>
          </p:cNvPr>
          <p:cNvSpPr/>
          <p:nvPr/>
        </p:nvSpPr>
        <p:spPr>
          <a:xfrm>
            <a:off x="1342136" y="846272"/>
            <a:ext cx="55046" cy="55046"/>
          </a:xfrm>
          <a:prstGeom prst="rect">
            <a:avLst/>
          </a:prstGeom>
          <a:solidFill>
            <a:srgbClr val="8F8EB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E0C79B2E-6E64-0A03-6BB6-94B9298F649E}"/>
              </a:ext>
            </a:extLst>
          </p:cNvPr>
          <p:cNvSpPr/>
          <p:nvPr/>
        </p:nvSpPr>
        <p:spPr>
          <a:xfrm>
            <a:off x="1406144" y="846272"/>
            <a:ext cx="55046" cy="55046"/>
          </a:xfrm>
          <a:prstGeom prst="rect">
            <a:avLst/>
          </a:prstGeom>
          <a:solidFill>
            <a:srgbClr val="9A99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CB8214E-4EC3-851E-F485-9C28F3DFB342}"/>
              </a:ext>
            </a:extLst>
          </p:cNvPr>
          <p:cNvSpPr/>
          <p:nvPr/>
        </p:nvSpPr>
        <p:spPr>
          <a:xfrm>
            <a:off x="1470151" y="846272"/>
            <a:ext cx="55046" cy="55046"/>
          </a:xfrm>
          <a:prstGeom prst="rect">
            <a:avLst/>
          </a:prstGeom>
          <a:solidFill>
            <a:srgbClr val="CBCA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5D82B0A1-4108-8F1C-7C47-25C1DDB5FE9C}"/>
              </a:ext>
            </a:extLst>
          </p:cNvPr>
          <p:cNvSpPr/>
          <p:nvPr/>
        </p:nvSpPr>
        <p:spPr>
          <a:xfrm>
            <a:off x="1534160" y="846272"/>
            <a:ext cx="55046" cy="55046"/>
          </a:xfrm>
          <a:prstGeom prst="rect">
            <a:avLst/>
          </a:prstGeom>
          <a:solidFill>
            <a:srgbClr val="C5C4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E3249ECB-397B-09A4-2393-521F0783D0BA}"/>
              </a:ext>
            </a:extLst>
          </p:cNvPr>
          <p:cNvSpPr/>
          <p:nvPr/>
        </p:nvSpPr>
        <p:spPr>
          <a:xfrm>
            <a:off x="1598168" y="846272"/>
            <a:ext cx="55046" cy="55046"/>
          </a:xfrm>
          <a:prstGeom prst="rect">
            <a:avLst/>
          </a:prstGeom>
          <a:solidFill>
            <a:srgbClr val="9290B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ACA12A63-2B2D-EABD-30FA-3DDABEAB39D2}"/>
              </a:ext>
            </a:extLst>
          </p:cNvPr>
          <p:cNvSpPr/>
          <p:nvPr/>
        </p:nvSpPr>
        <p:spPr>
          <a:xfrm>
            <a:off x="1278128" y="910280"/>
            <a:ext cx="55046" cy="55046"/>
          </a:xfrm>
          <a:prstGeom prst="rect">
            <a:avLst/>
          </a:prstGeom>
          <a:solidFill>
            <a:srgbClr val="DFDE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A895F54-8330-020F-E3F8-DA1EAFF890F9}"/>
              </a:ext>
            </a:extLst>
          </p:cNvPr>
          <p:cNvSpPr/>
          <p:nvPr/>
        </p:nvSpPr>
        <p:spPr>
          <a:xfrm>
            <a:off x="1342136" y="910280"/>
            <a:ext cx="55046" cy="55046"/>
          </a:xfrm>
          <a:prstGeom prst="rect">
            <a:avLst/>
          </a:prstGeom>
          <a:solidFill>
            <a:srgbClr val="9695B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6CB6D01B-F721-216A-32B7-BEC92C98F353}"/>
              </a:ext>
            </a:extLst>
          </p:cNvPr>
          <p:cNvSpPr/>
          <p:nvPr/>
        </p:nvSpPr>
        <p:spPr>
          <a:xfrm>
            <a:off x="1406144" y="910280"/>
            <a:ext cx="55046" cy="55046"/>
          </a:xfrm>
          <a:prstGeom prst="rect">
            <a:avLst/>
          </a:prstGeom>
          <a:solidFill>
            <a:srgbClr val="9897B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BDC0A13-7F01-0668-42F9-03F8407BE201}"/>
              </a:ext>
            </a:extLst>
          </p:cNvPr>
          <p:cNvSpPr/>
          <p:nvPr/>
        </p:nvSpPr>
        <p:spPr>
          <a:xfrm>
            <a:off x="1470151" y="910280"/>
            <a:ext cx="55046" cy="55046"/>
          </a:xfrm>
          <a:prstGeom prst="rect">
            <a:avLst/>
          </a:prstGeom>
          <a:solidFill>
            <a:srgbClr val="B6B4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0AFD9CFD-77A5-DA9D-1B7D-BE1F968E7003}"/>
              </a:ext>
            </a:extLst>
          </p:cNvPr>
          <p:cNvSpPr/>
          <p:nvPr/>
        </p:nvSpPr>
        <p:spPr>
          <a:xfrm>
            <a:off x="1534160" y="910280"/>
            <a:ext cx="55046" cy="55046"/>
          </a:xfrm>
          <a:prstGeom prst="rect">
            <a:avLst/>
          </a:prstGeom>
          <a:solidFill>
            <a:srgbClr val="C4C3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AA285657-5F25-32A5-51DF-09C045160A23}"/>
              </a:ext>
            </a:extLst>
          </p:cNvPr>
          <p:cNvSpPr/>
          <p:nvPr/>
        </p:nvSpPr>
        <p:spPr>
          <a:xfrm>
            <a:off x="1598168" y="910280"/>
            <a:ext cx="55046" cy="55046"/>
          </a:xfrm>
          <a:prstGeom prst="rect">
            <a:avLst/>
          </a:prstGeom>
          <a:solidFill>
            <a:srgbClr val="C6C6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E98A9611-528A-AE26-A351-185B974299B3}"/>
              </a:ext>
            </a:extLst>
          </p:cNvPr>
          <p:cNvSpPr/>
          <p:nvPr/>
        </p:nvSpPr>
        <p:spPr>
          <a:xfrm>
            <a:off x="1278128" y="974288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5016432D-606A-FA3B-39BD-45FDE0DBD1D6}"/>
              </a:ext>
            </a:extLst>
          </p:cNvPr>
          <p:cNvSpPr/>
          <p:nvPr/>
        </p:nvSpPr>
        <p:spPr>
          <a:xfrm>
            <a:off x="1342136" y="974288"/>
            <a:ext cx="55046" cy="55046"/>
          </a:xfrm>
          <a:prstGeom prst="rect">
            <a:avLst/>
          </a:prstGeom>
          <a:solidFill>
            <a:srgbClr val="B8B7D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00AD9B33-526F-B821-01AB-D28C0A044CDB}"/>
              </a:ext>
            </a:extLst>
          </p:cNvPr>
          <p:cNvSpPr/>
          <p:nvPr/>
        </p:nvSpPr>
        <p:spPr>
          <a:xfrm>
            <a:off x="1406144" y="974288"/>
            <a:ext cx="55046" cy="55046"/>
          </a:xfrm>
          <a:prstGeom prst="rect">
            <a:avLst/>
          </a:prstGeom>
          <a:solidFill>
            <a:srgbClr val="B2B1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86D1C8BB-E482-EE93-754C-20B50EAF75CB}"/>
              </a:ext>
            </a:extLst>
          </p:cNvPr>
          <p:cNvSpPr/>
          <p:nvPr/>
        </p:nvSpPr>
        <p:spPr>
          <a:xfrm>
            <a:off x="1470151" y="974288"/>
            <a:ext cx="55046" cy="55046"/>
          </a:xfrm>
          <a:prstGeom prst="rect">
            <a:avLst/>
          </a:prstGeom>
          <a:solidFill>
            <a:srgbClr val="AEAD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B43405C0-B344-1D00-1AB3-4B3114CEDA93}"/>
              </a:ext>
            </a:extLst>
          </p:cNvPr>
          <p:cNvSpPr/>
          <p:nvPr/>
        </p:nvSpPr>
        <p:spPr>
          <a:xfrm>
            <a:off x="1534160" y="974288"/>
            <a:ext cx="55046" cy="55046"/>
          </a:xfrm>
          <a:prstGeom prst="rect">
            <a:avLst/>
          </a:prstGeom>
          <a:solidFill>
            <a:srgbClr val="8785B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8A7DB6C9-BC77-A47C-DC58-9E4BADDFF17B}"/>
              </a:ext>
            </a:extLst>
          </p:cNvPr>
          <p:cNvSpPr/>
          <p:nvPr/>
        </p:nvSpPr>
        <p:spPr>
          <a:xfrm>
            <a:off x="1598168" y="974288"/>
            <a:ext cx="55046" cy="55046"/>
          </a:xfrm>
          <a:prstGeom prst="rect">
            <a:avLst/>
          </a:prstGeom>
          <a:solidFill>
            <a:srgbClr val="9997B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FCA25112-7F52-1C82-C339-7FD62AD93FC6}"/>
              </a:ext>
            </a:extLst>
          </p:cNvPr>
          <p:cNvSpPr/>
          <p:nvPr/>
        </p:nvSpPr>
        <p:spPr>
          <a:xfrm>
            <a:off x="1278128" y="1038296"/>
            <a:ext cx="55046" cy="55046"/>
          </a:xfrm>
          <a:prstGeom prst="rect">
            <a:avLst/>
          </a:prstGeom>
          <a:solidFill>
            <a:srgbClr val="A8A7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6F2E6D52-8678-6F23-7E81-68572F50BEE4}"/>
              </a:ext>
            </a:extLst>
          </p:cNvPr>
          <p:cNvSpPr/>
          <p:nvPr/>
        </p:nvSpPr>
        <p:spPr>
          <a:xfrm>
            <a:off x="1342136" y="1038296"/>
            <a:ext cx="55046" cy="55046"/>
          </a:xfrm>
          <a:prstGeom prst="rect">
            <a:avLst/>
          </a:prstGeom>
          <a:solidFill>
            <a:srgbClr val="8785B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571B93D8-99D6-60F6-F747-0E5470E5D595}"/>
              </a:ext>
            </a:extLst>
          </p:cNvPr>
          <p:cNvSpPr/>
          <p:nvPr/>
        </p:nvSpPr>
        <p:spPr>
          <a:xfrm>
            <a:off x="1406144" y="1038296"/>
            <a:ext cx="55046" cy="55046"/>
          </a:xfrm>
          <a:prstGeom prst="rect">
            <a:avLst/>
          </a:prstGeom>
          <a:solidFill>
            <a:srgbClr val="CCCB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C43064CC-8351-241D-2F80-66BB579157CD}"/>
              </a:ext>
            </a:extLst>
          </p:cNvPr>
          <p:cNvSpPr/>
          <p:nvPr/>
        </p:nvSpPr>
        <p:spPr>
          <a:xfrm>
            <a:off x="1470151" y="1038296"/>
            <a:ext cx="55046" cy="55046"/>
          </a:xfrm>
          <a:prstGeom prst="rect">
            <a:avLst/>
          </a:prstGeom>
          <a:solidFill>
            <a:srgbClr val="D1D0E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6EEEECD6-CCE3-5F10-495D-9834DA652E45}"/>
              </a:ext>
            </a:extLst>
          </p:cNvPr>
          <p:cNvSpPr/>
          <p:nvPr/>
        </p:nvSpPr>
        <p:spPr>
          <a:xfrm>
            <a:off x="1534160" y="1038296"/>
            <a:ext cx="55046" cy="55046"/>
          </a:xfrm>
          <a:prstGeom prst="rect">
            <a:avLst/>
          </a:prstGeom>
          <a:solidFill>
            <a:srgbClr val="A9A7C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8D9555B7-67CC-1694-25C6-7005F39DF20B}"/>
              </a:ext>
            </a:extLst>
          </p:cNvPr>
          <p:cNvSpPr/>
          <p:nvPr/>
        </p:nvSpPr>
        <p:spPr>
          <a:xfrm>
            <a:off x="1598168" y="1038296"/>
            <a:ext cx="55046" cy="55046"/>
          </a:xfrm>
          <a:prstGeom prst="rect">
            <a:avLst/>
          </a:prstGeom>
          <a:solidFill>
            <a:srgbClr val="DBDB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FE2A1AA3-3AAB-4D9A-29CD-4E66424D7C36}"/>
              </a:ext>
            </a:extLst>
          </p:cNvPr>
          <p:cNvSpPr/>
          <p:nvPr/>
        </p:nvSpPr>
        <p:spPr>
          <a:xfrm>
            <a:off x="1278128" y="1102304"/>
            <a:ext cx="55046" cy="55046"/>
          </a:xfrm>
          <a:prstGeom prst="rect">
            <a:avLst/>
          </a:prstGeom>
          <a:solidFill>
            <a:srgbClr val="DCDC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427247B3-8AEE-F1EF-8D38-28117744D079}"/>
              </a:ext>
            </a:extLst>
          </p:cNvPr>
          <p:cNvSpPr/>
          <p:nvPr/>
        </p:nvSpPr>
        <p:spPr>
          <a:xfrm>
            <a:off x="1342136" y="1102304"/>
            <a:ext cx="55046" cy="55046"/>
          </a:xfrm>
          <a:prstGeom prst="rect">
            <a:avLst/>
          </a:prstGeom>
          <a:solidFill>
            <a:srgbClr val="B1B0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1CAB1A88-C5AF-1D10-188B-4BAC859C56A7}"/>
              </a:ext>
            </a:extLst>
          </p:cNvPr>
          <p:cNvSpPr/>
          <p:nvPr/>
        </p:nvSpPr>
        <p:spPr>
          <a:xfrm>
            <a:off x="1406144" y="1102304"/>
            <a:ext cx="55046" cy="55046"/>
          </a:xfrm>
          <a:prstGeom prst="rect">
            <a:avLst/>
          </a:prstGeom>
          <a:solidFill>
            <a:srgbClr val="B6B5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DE8D99CB-DB27-1642-FF0D-6552C1C3C021}"/>
              </a:ext>
            </a:extLst>
          </p:cNvPr>
          <p:cNvSpPr/>
          <p:nvPr/>
        </p:nvSpPr>
        <p:spPr>
          <a:xfrm>
            <a:off x="1470151" y="1102304"/>
            <a:ext cx="55046" cy="55046"/>
          </a:xfrm>
          <a:prstGeom prst="rect">
            <a:avLst/>
          </a:prstGeom>
          <a:solidFill>
            <a:srgbClr val="8E8CB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E0B2E887-DE44-3745-EF1C-1A6EC805F3EB}"/>
              </a:ext>
            </a:extLst>
          </p:cNvPr>
          <p:cNvSpPr/>
          <p:nvPr/>
        </p:nvSpPr>
        <p:spPr>
          <a:xfrm>
            <a:off x="1534160" y="1102304"/>
            <a:ext cx="55046" cy="55046"/>
          </a:xfrm>
          <a:prstGeom prst="rect">
            <a:avLst/>
          </a:prstGeom>
          <a:solidFill>
            <a:srgbClr val="A7A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958CCB1C-9FA6-B793-2511-2BF968D2CCB0}"/>
              </a:ext>
            </a:extLst>
          </p:cNvPr>
          <p:cNvSpPr/>
          <p:nvPr/>
        </p:nvSpPr>
        <p:spPr>
          <a:xfrm>
            <a:off x="1598168" y="1102304"/>
            <a:ext cx="55046" cy="55046"/>
          </a:xfrm>
          <a:prstGeom prst="rect">
            <a:avLst/>
          </a:prstGeom>
          <a:solidFill>
            <a:srgbClr val="B2B0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7F7CC124-EDDD-8860-87D6-C5B542480067}"/>
              </a:ext>
            </a:extLst>
          </p:cNvPr>
          <p:cNvSpPr/>
          <p:nvPr/>
        </p:nvSpPr>
        <p:spPr>
          <a:xfrm>
            <a:off x="1278128" y="1166312"/>
            <a:ext cx="55046" cy="55046"/>
          </a:xfrm>
          <a:prstGeom prst="rect">
            <a:avLst/>
          </a:prstGeom>
          <a:solidFill>
            <a:srgbClr val="B3B2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6F5A0911-B031-3A4D-158F-CF218BE8B77E}"/>
              </a:ext>
            </a:extLst>
          </p:cNvPr>
          <p:cNvSpPr/>
          <p:nvPr/>
        </p:nvSpPr>
        <p:spPr>
          <a:xfrm>
            <a:off x="1342136" y="1166312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E7912904-E0AB-FF98-EA7C-76ADDFB3AD07}"/>
              </a:ext>
            </a:extLst>
          </p:cNvPr>
          <p:cNvSpPr/>
          <p:nvPr/>
        </p:nvSpPr>
        <p:spPr>
          <a:xfrm>
            <a:off x="1406144" y="1166312"/>
            <a:ext cx="55046" cy="55046"/>
          </a:xfrm>
          <a:prstGeom prst="rect">
            <a:avLst/>
          </a:prstGeom>
          <a:solidFill>
            <a:srgbClr val="DEDE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2C04906-8278-1F3D-161F-5AFF11CA5EAD}"/>
              </a:ext>
            </a:extLst>
          </p:cNvPr>
          <p:cNvSpPr/>
          <p:nvPr/>
        </p:nvSpPr>
        <p:spPr>
          <a:xfrm>
            <a:off x="1470151" y="1166312"/>
            <a:ext cx="55046" cy="55046"/>
          </a:xfrm>
          <a:prstGeom prst="rect">
            <a:avLst/>
          </a:prstGeom>
          <a:solidFill>
            <a:srgbClr val="CECD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CD8911F6-EAEA-5F31-02FF-23E27A679562}"/>
              </a:ext>
            </a:extLst>
          </p:cNvPr>
          <p:cNvSpPr/>
          <p:nvPr/>
        </p:nvSpPr>
        <p:spPr>
          <a:xfrm>
            <a:off x="1534160" y="1166312"/>
            <a:ext cx="55046" cy="55046"/>
          </a:xfrm>
          <a:prstGeom prst="rect">
            <a:avLst/>
          </a:prstGeom>
          <a:solidFill>
            <a:srgbClr val="A2A0C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6E3CCCCE-5505-D55D-6664-6BD80E385293}"/>
              </a:ext>
            </a:extLst>
          </p:cNvPr>
          <p:cNvSpPr/>
          <p:nvPr/>
        </p:nvSpPr>
        <p:spPr>
          <a:xfrm>
            <a:off x="1598168" y="1166312"/>
            <a:ext cx="55046" cy="55046"/>
          </a:xfrm>
          <a:prstGeom prst="rect">
            <a:avLst/>
          </a:prstGeom>
          <a:solidFill>
            <a:srgbClr val="CDCD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16AECBD0-EBEA-706C-5629-514C6723F831}"/>
              </a:ext>
            </a:extLst>
          </p:cNvPr>
          <p:cNvSpPr/>
          <p:nvPr/>
        </p:nvSpPr>
        <p:spPr>
          <a:xfrm>
            <a:off x="1406144" y="846272"/>
            <a:ext cx="55046" cy="375086"/>
          </a:xfrm>
          <a:prstGeom prst="rect">
            <a:avLst/>
          </a:prstGeom>
          <a:noFill/>
          <a:ln w="1016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6" name="Connector 120">
            <a:extLst>
              <a:ext uri="{FF2B5EF4-FFF2-40B4-BE49-F238E27FC236}">
                <a16:creationId xmlns:a16="http://schemas.microsoft.com/office/drawing/2014/main" id="{5690060C-2AB7-ACA8-2B31-D8449148611A}"/>
              </a:ext>
            </a:extLst>
          </p:cNvPr>
          <p:cNvCxnSpPr>
            <a:cxnSpLocks/>
          </p:cNvCxnSpPr>
          <p:nvPr/>
        </p:nvCxnSpPr>
        <p:spPr>
          <a:xfrm>
            <a:off x="1690708" y="977392"/>
            <a:ext cx="478575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4302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145</Words>
  <Application>Microsoft Macintosh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#NGUYEN THANH DO#</cp:lastModifiedBy>
  <cp:revision>3</cp:revision>
  <dcterms:created xsi:type="dcterms:W3CDTF">2013-01-27T09:14:16Z</dcterms:created>
  <dcterms:modified xsi:type="dcterms:W3CDTF">2026-09-06T13:19:14Z</dcterms:modified>
  <cp:category/>
</cp:coreProperties>
</file>