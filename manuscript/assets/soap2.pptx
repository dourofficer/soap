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4206875" cy="1974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394" d="100"/>
          <a:sy n="394" d="100"/>
        </p:scale>
        <p:origin x="176" y="3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70432" y="27432"/>
            <a:ext cx="2999232" cy="356616"/>
          </a:xfrm>
          <a:prstGeom prst="roundRect">
            <a:avLst>
              <a:gd name="adj" fmla="val 15384"/>
            </a:avLst>
          </a:prstGeom>
          <a:solidFill>
            <a:srgbClr val="FCFCFA"/>
          </a:solidFill>
          <a:ln w="7620">
            <a:solidFill>
              <a:srgbClr val="D6D4CA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170432" y="429768"/>
            <a:ext cx="2999232" cy="731519"/>
          </a:xfrm>
          <a:prstGeom prst="roundRect">
            <a:avLst>
              <a:gd name="adj" fmla="val 7500"/>
            </a:avLst>
          </a:prstGeom>
          <a:solidFill>
            <a:srgbClr val="F7F6F2"/>
          </a:solidFill>
          <a:ln w="8890">
            <a:solidFill>
              <a:srgbClr val="D6D4C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70432" y="1243584"/>
            <a:ext cx="2999232" cy="704088"/>
          </a:xfrm>
          <a:prstGeom prst="roundRect">
            <a:avLst>
              <a:gd name="adj" fmla="val 7792"/>
            </a:avLst>
          </a:prstGeom>
          <a:solidFill>
            <a:srgbClr val="F7F6F2"/>
          </a:solidFill>
          <a:ln w="8890">
            <a:solidFill>
              <a:srgbClr val="D6D4C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2066543" y="329184"/>
            <a:ext cx="868680" cy="0"/>
          </a:xfrm>
          <a:custGeom>
            <a:avLst/>
            <a:gdLst/>
            <a:ahLst/>
            <a:cxnLst/>
            <a:rect l="l" t="t" r="r" b="b"/>
            <a:pathLst>
              <a:path w="868680">
                <a:moveTo>
                  <a:pt x="0" y="0"/>
                </a:moveTo>
                <a:lnTo>
                  <a:pt x="868680" y="0"/>
                </a:lnTo>
              </a:path>
            </a:pathLst>
          </a:custGeom>
          <a:noFill/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/>
          <p:cNvSpPr/>
          <p:nvPr/>
        </p:nvSpPr>
        <p:spPr>
          <a:xfrm>
            <a:off x="3337559" y="155539"/>
            <a:ext cx="777240" cy="173645"/>
          </a:xfrm>
          <a:custGeom>
            <a:avLst/>
            <a:gdLst/>
            <a:ahLst/>
            <a:cxnLst/>
            <a:rect l="l" t="t" r="r" b="b"/>
            <a:pathLst>
              <a:path w="777240" h="173645">
                <a:moveTo>
                  <a:pt x="0" y="173645"/>
                </a:moveTo>
                <a:lnTo>
                  <a:pt x="0" y="173542"/>
                </a:lnTo>
                <a:lnTo>
                  <a:pt x="6532" y="173490"/>
                </a:lnTo>
                <a:lnTo>
                  <a:pt x="13063" y="173415"/>
                </a:lnTo>
                <a:lnTo>
                  <a:pt x="19595" y="173306"/>
                </a:lnTo>
                <a:lnTo>
                  <a:pt x="26126" y="173151"/>
                </a:lnTo>
                <a:lnTo>
                  <a:pt x="32658" y="172935"/>
                </a:lnTo>
                <a:lnTo>
                  <a:pt x="39189" y="172635"/>
                </a:lnTo>
                <a:lnTo>
                  <a:pt x="45720" y="172225"/>
                </a:lnTo>
                <a:lnTo>
                  <a:pt x="52252" y="171671"/>
                </a:lnTo>
                <a:lnTo>
                  <a:pt x="58783" y="170934"/>
                </a:lnTo>
                <a:lnTo>
                  <a:pt x="65315" y="169965"/>
                </a:lnTo>
                <a:lnTo>
                  <a:pt x="71846" y="168706"/>
                </a:lnTo>
                <a:lnTo>
                  <a:pt x="78378" y="167094"/>
                </a:lnTo>
                <a:lnTo>
                  <a:pt x="84909" y="165057"/>
                </a:lnTo>
                <a:lnTo>
                  <a:pt x="91440" y="162517"/>
                </a:lnTo>
                <a:lnTo>
                  <a:pt x="97972" y="159393"/>
                </a:lnTo>
                <a:lnTo>
                  <a:pt x="104503" y="155604"/>
                </a:lnTo>
                <a:lnTo>
                  <a:pt x="111035" y="151072"/>
                </a:lnTo>
                <a:lnTo>
                  <a:pt x="117566" y="145730"/>
                </a:lnTo>
                <a:lnTo>
                  <a:pt x="124098" y="139523"/>
                </a:lnTo>
                <a:lnTo>
                  <a:pt x="130629" y="132421"/>
                </a:lnTo>
                <a:lnTo>
                  <a:pt x="137160" y="124419"/>
                </a:lnTo>
                <a:lnTo>
                  <a:pt x="143692" y="115545"/>
                </a:lnTo>
                <a:lnTo>
                  <a:pt x="150223" y="105867"/>
                </a:lnTo>
                <a:lnTo>
                  <a:pt x="156755" y="95494"/>
                </a:lnTo>
                <a:lnTo>
                  <a:pt x="163286" y="84580"/>
                </a:lnTo>
                <a:lnTo>
                  <a:pt x="169818" y="73319"/>
                </a:lnTo>
                <a:lnTo>
                  <a:pt x="176349" y="61946"/>
                </a:lnTo>
                <a:lnTo>
                  <a:pt x="182880" y="50727"/>
                </a:lnTo>
                <a:lnTo>
                  <a:pt x="189412" y="39950"/>
                </a:lnTo>
                <a:lnTo>
                  <a:pt x="195943" y="29916"/>
                </a:lnTo>
                <a:lnTo>
                  <a:pt x="202475" y="20923"/>
                </a:lnTo>
                <a:lnTo>
                  <a:pt x="209006" y="13249"/>
                </a:lnTo>
                <a:lnTo>
                  <a:pt x="215538" y="7145"/>
                </a:lnTo>
                <a:lnTo>
                  <a:pt x="222069" y="2814"/>
                </a:lnTo>
                <a:lnTo>
                  <a:pt x="228600" y="405"/>
                </a:lnTo>
                <a:lnTo>
                  <a:pt x="235132" y="0"/>
                </a:lnTo>
                <a:lnTo>
                  <a:pt x="241663" y="1614"/>
                </a:lnTo>
                <a:lnTo>
                  <a:pt x="248195" y="5190"/>
                </a:lnTo>
                <a:lnTo>
                  <a:pt x="254726" y="10607"/>
                </a:lnTo>
                <a:lnTo>
                  <a:pt x="261258" y="17680"/>
                </a:lnTo>
                <a:lnTo>
                  <a:pt x="267789" y="26178"/>
                </a:lnTo>
                <a:lnTo>
                  <a:pt x="274320" y="35831"/>
                </a:lnTo>
                <a:lnTo>
                  <a:pt x="280852" y="46346"/>
                </a:lnTo>
                <a:lnTo>
                  <a:pt x="287383" y="57424"/>
                </a:lnTo>
                <a:lnTo>
                  <a:pt x="293915" y="68769"/>
                </a:lnTo>
                <a:lnTo>
                  <a:pt x="300446" y="80105"/>
                </a:lnTo>
                <a:lnTo>
                  <a:pt x="306978" y="91183"/>
                </a:lnTo>
                <a:lnTo>
                  <a:pt x="313509" y="101793"/>
                </a:lnTo>
                <a:lnTo>
                  <a:pt x="320040" y="111765"/>
                </a:lnTo>
                <a:lnTo>
                  <a:pt x="326572" y="120971"/>
                </a:lnTo>
                <a:lnTo>
                  <a:pt x="333103" y="129327"/>
                </a:lnTo>
                <a:lnTo>
                  <a:pt x="339635" y="136791"/>
                </a:lnTo>
                <a:lnTo>
                  <a:pt x="346166" y="143353"/>
                </a:lnTo>
                <a:lnTo>
                  <a:pt x="352698" y="149036"/>
                </a:lnTo>
                <a:lnTo>
                  <a:pt x="359229" y="153885"/>
                </a:lnTo>
                <a:lnTo>
                  <a:pt x="365760" y="157962"/>
                </a:lnTo>
                <a:lnTo>
                  <a:pt x="372292" y="161342"/>
                </a:lnTo>
                <a:lnTo>
                  <a:pt x="378823" y="164106"/>
                </a:lnTo>
                <a:lnTo>
                  <a:pt x="385355" y="166335"/>
                </a:lnTo>
                <a:lnTo>
                  <a:pt x="391886" y="168108"/>
                </a:lnTo>
                <a:lnTo>
                  <a:pt x="398418" y="169499"/>
                </a:lnTo>
                <a:lnTo>
                  <a:pt x="404949" y="170577"/>
                </a:lnTo>
                <a:lnTo>
                  <a:pt x="411480" y="171401"/>
                </a:lnTo>
                <a:lnTo>
                  <a:pt x="418012" y="172023"/>
                </a:lnTo>
                <a:lnTo>
                  <a:pt x="424543" y="172486"/>
                </a:lnTo>
                <a:lnTo>
                  <a:pt x="431075" y="172826"/>
                </a:lnTo>
                <a:lnTo>
                  <a:pt x="437606" y="173073"/>
                </a:lnTo>
                <a:lnTo>
                  <a:pt x="444138" y="173250"/>
                </a:lnTo>
                <a:lnTo>
                  <a:pt x="450669" y="173376"/>
                </a:lnTo>
                <a:lnTo>
                  <a:pt x="457200" y="173463"/>
                </a:lnTo>
                <a:lnTo>
                  <a:pt x="463732" y="173524"/>
                </a:lnTo>
                <a:lnTo>
                  <a:pt x="470263" y="173565"/>
                </a:lnTo>
                <a:lnTo>
                  <a:pt x="476795" y="173593"/>
                </a:lnTo>
                <a:lnTo>
                  <a:pt x="483326" y="173611"/>
                </a:lnTo>
                <a:lnTo>
                  <a:pt x="489858" y="173623"/>
                </a:lnTo>
                <a:lnTo>
                  <a:pt x="496389" y="173631"/>
                </a:lnTo>
                <a:lnTo>
                  <a:pt x="502920" y="173636"/>
                </a:lnTo>
                <a:lnTo>
                  <a:pt x="509452" y="173639"/>
                </a:lnTo>
                <a:lnTo>
                  <a:pt x="515983" y="173641"/>
                </a:lnTo>
                <a:lnTo>
                  <a:pt x="522515" y="173643"/>
                </a:lnTo>
                <a:lnTo>
                  <a:pt x="529046" y="173643"/>
                </a:lnTo>
                <a:lnTo>
                  <a:pt x="535578" y="173644"/>
                </a:lnTo>
                <a:lnTo>
                  <a:pt x="542109" y="173644"/>
                </a:lnTo>
                <a:lnTo>
                  <a:pt x="548640" y="173644"/>
                </a:lnTo>
                <a:lnTo>
                  <a:pt x="555172" y="173644"/>
                </a:lnTo>
                <a:lnTo>
                  <a:pt x="561703" y="173644"/>
                </a:lnTo>
                <a:lnTo>
                  <a:pt x="568235" y="173644"/>
                </a:lnTo>
                <a:lnTo>
                  <a:pt x="574766" y="173644"/>
                </a:lnTo>
                <a:lnTo>
                  <a:pt x="581298" y="173644"/>
                </a:lnTo>
                <a:lnTo>
                  <a:pt x="587829" y="173644"/>
                </a:lnTo>
                <a:lnTo>
                  <a:pt x="594360" y="173644"/>
                </a:lnTo>
                <a:lnTo>
                  <a:pt x="600892" y="173644"/>
                </a:lnTo>
                <a:lnTo>
                  <a:pt x="607423" y="173644"/>
                </a:lnTo>
                <a:lnTo>
                  <a:pt x="613955" y="173644"/>
                </a:lnTo>
                <a:lnTo>
                  <a:pt x="620486" y="173644"/>
                </a:lnTo>
                <a:lnTo>
                  <a:pt x="627018" y="173644"/>
                </a:lnTo>
                <a:lnTo>
                  <a:pt x="633549" y="173644"/>
                </a:lnTo>
                <a:lnTo>
                  <a:pt x="640080" y="173644"/>
                </a:lnTo>
                <a:lnTo>
                  <a:pt x="646612" y="173644"/>
                </a:lnTo>
                <a:lnTo>
                  <a:pt x="653143" y="173644"/>
                </a:lnTo>
                <a:lnTo>
                  <a:pt x="659675" y="173644"/>
                </a:lnTo>
                <a:lnTo>
                  <a:pt x="666206" y="173644"/>
                </a:lnTo>
                <a:lnTo>
                  <a:pt x="672738" y="173644"/>
                </a:lnTo>
                <a:lnTo>
                  <a:pt x="679269" y="173644"/>
                </a:lnTo>
                <a:lnTo>
                  <a:pt x="685800" y="173644"/>
                </a:lnTo>
                <a:lnTo>
                  <a:pt x="692332" y="173644"/>
                </a:lnTo>
                <a:lnTo>
                  <a:pt x="698863" y="173644"/>
                </a:lnTo>
                <a:lnTo>
                  <a:pt x="705395" y="173644"/>
                </a:lnTo>
                <a:lnTo>
                  <a:pt x="711926" y="173644"/>
                </a:lnTo>
                <a:lnTo>
                  <a:pt x="718458" y="173644"/>
                </a:lnTo>
                <a:lnTo>
                  <a:pt x="724989" y="173644"/>
                </a:lnTo>
                <a:lnTo>
                  <a:pt x="731520" y="173644"/>
                </a:lnTo>
                <a:lnTo>
                  <a:pt x="738052" y="173645"/>
                </a:lnTo>
                <a:lnTo>
                  <a:pt x="744583" y="173645"/>
                </a:lnTo>
                <a:lnTo>
                  <a:pt x="751115" y="173645"/>
                </a:lnTo>
                <a:lnTo>
                  <a:pt x="757646" y="173645"/>
                </a:lnTo>
                <a:lnTo>
                  <a:pt x="764178" y="173645"/>
                </a:lnTo>
                <a:lnTo>
                  <a:pt x="770709" y="173645"/>
                </a:lnTo>
                <a:lnTo>
                  <a:pt x="777240" y="173645"/>
                </a:lnTo>
                <a:lnTo>
                  <a:pt x="777240" y="173645"/>
                </a:lnTo>
                <a:close/>
              </a:path>
            </a:pathLst>
          </a:custGeom>
          <a:solidFill>
            <a:srgbClr val="FADF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3337559" y="146425"/>
            <a:ext cx="777240" cy="182759"/>
          </a:xfrm>
          <a:custGeom>
            <a:avLst/>
            <a:gdLst/>
            <a:ahLst/>
            <a:cxnLst/>
            <a:rect l="l" t="t" r="r" b="b"/>
            <a:pathLst>
              <a:path w="777240" h="182759">
                <a:moveTo>
                  <a:pt x="0" y="182759"/>
                </a:moveTo>
                <a:lnTo>
                  <a:pt x="0" y="182758"/>
                </a:lnTo>
                <a:lnTo>
                  <a:pt x="6532" y="182758"/>
                </a:lnTo>
                <a:lnTo>
                  <a:pt x="13063" y="182758"/>
                </a:lnTo>
                <a:lnTo>
                  <a:pt x="19595" y="182758"/>
                </a:lnTo>
                <a:lnTo>
                  <a:pt x="26126" y="182758"/>
                </a:lnTo>
                <a:lnTo>
                  <a:pt x="32658" y="182758"/>
                </a:lnTo>
                <a:lnTo>
                  <a:pt x="39189" y="182758"/>
                </a:lnTo>
                <a:lnTo>
                  <a:pt x="45720" y="182758"/>
                </a:lnTo>
                <a:lnTo>
                  <a:pt x="52252" y="182758"/>
                </a:lnTo>
                <a:lnTo>
                  <a:pt x="58783" y="182758"/>
                </a:lnTo>
                <a:lnTo>
                  <a:pt x="65315" y="182758"/>
                </a:lnTo>
                <a:lnTo>
                  <a:pt x="71846" y="182758"/>
                </a:lnTo>
                <a:lnTo>
                  <a:pt x="78378" y="182758"/>
                </a:lnTo>
                <a:lnTo>
                  <a:pt x="84909" y="182758"/>
                </a:lnTo>
                <a:lnTo>
                  <a:pt x="91440" y="182758"/>
                </a:lnTo>
                <a:lnTo>
                  <a:pt x="97972" y="182758"/>
                </a:lnTo>
                <a:lnTo>
                  <a:pt x="104503" y="182758"/>
                </a:lnTo>
                <a:lnTo>
                  <a:pt x="111035" y="182757"/>
                </a:lnTo>
                <a:lnTo>
                  <a:pt x="117566" y="182757"/>
                </a:lnTo>
                <a:lnTo>
                  <a:pt x="124098" y="182756"/>
                </a:lnTo>
                <a:lnTo>
                  <a:pt x="130629" y="182755"/>
                </a:lnTo>
                <a:lnTo>
                  <a:pt x="137160" y="182753"/>
                </a:lnTo>
                <a:lnTo>
                  <a:pt x="143692" y="182750"/>
                </a:lnTo>
                <a:lnTo>
                  <a:pt x="150223" y="182747"/>
                </a:lnTo>
                <a:lnTo>
                  <a:pt x="156755" y="182742"/>
                </a:lnTo>
                <a:lnTo>
                  <a:pt x="163286" y="182736"/>
                </a:lnTo>
                <a:lnTo>
                  <a:pt x="169818" y="182727"/>
                </a:lnTo>
                <a:lnTo>
                  <a:pt x="176349" y="182715"/>
                </a:lnTo>
                <a:lnTo>
                  <a:pt x="182880" y="182698"/>
                </a:lnTo>
                <a:lnTo>
                  <a:pt x="189412" y="182676"/>
                </a:lnTo>
                <a:lnTo>
                  <a:pt x="195943" y="182646"/>
                </a:lnTo>
                <a:lnTo>
                  <a:pt x="202475" y="182607"/>
                </a:lnTo>
                <a:lnTo>
                  <a:pt x="209006" y="182554"/>
                </a:lnTo>
                <a:lnTo>
                  <a:pt x="215538" y="182486"/>
                </a:lnTo>
                <a:lnTo>
                  <a:pt x="222069" y="182397"/>
                </a:lnTo>
                <a:lnTo>
                  <a:pt x="228600" y="182282"/>
                </a:lnTo>
                <a:lnTo>
                  <a:pt x="235132" y="182134"/>
                </a:lnTo>
                <a:lnTo>
                  <a:pt x="241663" y="181945"/>
                </a:lnTo>
                <a:lnTo>
                  <a:pt x="248195" y="181706"/>
                </a:lnTo>
                <a:lnTo>
                  <a:pt x="254726" y="181406"/>
                </a:lnTo>
                <a:lnTo>
                  <a:pt x="261258" y="181030"/>
                </a:lnTo>
                <a:lnTo>
                  <a:pt x="267789" y="180564"/>
                </a:lnTo>
                <a:lnTo>
                  <a:pt x="274320" y="179990"/>
                </a:lnTo>
                <a:lnTo>
                  <a:pt x="280852" y="179287"/>
                </a:lnTo>
                <a:lnTo>
                  <a:pt x="287383" y="178433"/>
                </a:lnTo>
                <a:lnTo>
                  <a:pt x="293915" y="177402"/>
                </a:lnTo>
                <a:lnTo>
                  <a:pt x="300446" y="176168"/>
                </a:lnTo>
                <a:lnTo>
                  <a:pt x="306978" y="174700"/>
                </a:lnTo>
                <a:lnTo>
                  <a:pt x="313509" y="172966"/>
                </a:lnTo>
                <a:lnTo>
                  <a:pt x="320040" y="170935"/>
                </a:lnTo>
                <a:lnTo>
                  <a:pt x="326572" y="168570"/>
                </a:lnTo>
                <a:lnTo>
                  <a:pt x="333103" y="165840"/>
                </a:lnTo>
                <a:lnTo>
                  <a:pt x="339635" y="162710"/>
                </a:lnTo>
                <a:lnTo>
                  <a:pt x="346166" y="159150"/>
                </a:lnTo>
                <a:lnTo>
                  <a:pt x="352698" y="155132"/>
                </a:lnTo>
                <a:lnTo>
                  <a:pt x="359229" y="150632"/>
                </a:lnTo>
                <a:lnTo>
                  <a:pt x="365760" y="145633"/>
                </a:lnTo>
                <a:lnTo>
                  <a:pt x="372292" y="140125"/>
                </a:lnTo>
                <a:lnTo>
                  <a:pt x="378823" y="134105"/>
                </a:lnTo>
                <a:lnTo>
                  <a:pt x="385355" y="127583"/>
                </a:lnTo>
                <a:lnTo>
                  <a:pt x="391886" y="120579"/>
                </a:lnTo>
                <a:lnTo>
                  <a:pt x="398418" y="113124"/>
                </a:lnTo>
                <a:lnTo>
                  <a:pt x="404949" y="105263"/>
                </a:lnTo>
                <a:lnTo>
                  <a:pt x="411480" y="97054"/>
                </a:lnTo>
                <a:lnTo>
                  <a:pt x="418012" y="88569"/>
                </a:lnTo>
                <a:lnTo>
                  <a:pt x="424543" y="79891"/>
                </a:lnTo>
                <a:lnTo>
                  <a:pt x="431075" y="71117"/>
                </a:lnTo>
                <a:lnTo>
                  <a:pt x="437606" y="62352"/>
                </a:lnTo>
                <a:lnTo>
                  <a:pt x="444138" y="53713"/>
                </a:lnTo>
                <a:lnTo>
                  <a:pt x="450669" y="45318"/>
                </a:lnTo>
                <a:lnTo>
                  <a:pt x="457200" y="37294"/>
                </a:lnTo>
                <a:lnTo>
                  <a:pt x="463732" y="29764"/>
                </a:lnTo>
                <a:lnTo>
                  <a:pt x="470263" y="22852"/>
                </a:lnTo>
                <a:lnTo>
                  <a:pt x="476795" y="16673"/>
                </a:lnTo>
                <a:lnTo>
                  <a:pt x="483326" y="11334"/>
                </a:lnTo>
                <a:lnTo>
                  <a:pt x="489858" y="6932"/>
                </a:lnTo>
                <a:lnTo>
                  <a:pt x="496389" y="3544"/>
                </a:lnTo>
                <a:lnTo>
                  <a:pt x="502920" y="1235"/>
                </a:lnTo>
                <a:lnTo>
                  <a:pt x="509452" y="46"/>
                </a:lnTo>
                <a:lnTo>
                  <a:pt x="515983" y="0"/>
                </a:lnTo>
                <a:lnTo>
                  <a:pt x="522515" y="1098"/>
                </a:lnTo>
                <a:lnTo>
                  <a:pt x="529046" y="3319"/>
                </a:lnTo>
                <a:lnTo>
                  <a:pt x="535578" y="6622"/>
                </a:lnTo>
                <a:lnTo>
                  <a:pt x="542109" y="10947"/>
                </a:lnTo>
                <a:lnTo>
                  <a:pt x="548640" y="16213"/>
                </a:lnTo>
                <a:lnTo>
                  <a:pt x="555172" y="22329"/>
                </a:lnTo>
                <a:lnTo>
                  <a:pt x="561703" y="29187"/>
                </a:lnTo>
                <a:lnTo>
                  <a:pt x="568235" y="36672"/>
                </a:lnTo>
                <a:lnTo>
                  <a:pt x="574766" y="44661"/>
                </a:lnTo>
                <a:lnTo>
                  <a:pt x="581298" y="53030"/>
                </a:lnTo>
                <a:lnTo>
                  <a:pt x="587829" y="61655"/>
                </a:lnTo>
                <a:lnTo>
                  <a:pt x="594360" y="70414"/>
                </a:lnTo>
                <a:lnTo>
                  <a:pt x="600892" y="79191"/>
                </a:lnTo>
                <a:lnTo>
                  <a:pt x="607423" y="87880"/>
                </a:lnTo>
                <a:lnTo>
                  <a:pt x="613955" y="96384"/>
                </a:lnTo>
                <a:lnTo>
                  <a:pt x="620486" y="104618"/>
                </a:lnTo>
                <a:lnTo>
                  <a:pt x="627018" y="112509"/>
                </a:lnTo>
                <a:lnTo>
                  <a:pt x="633549" y="119999"/>
                </a:lnTo>
                <a:lnTo>
                  <a:pt x="640080" y="127041"/>
                </a:lnTo>
                <a:lnTo>
                  <a:pt x="646612" y="133602"/>
                </a:lnTo>
                <a:lnTo>
                  <a:pt x="653143" y="139662"/>
                </a:lnTo>
                <a:lnTo>
                  <a:pt x="659675" y="145211"/>
                </a:lnTo>
                <a:lnTo>
                  <a:pt x="666206" y="150251"/>
                </a:lnTo>
                <a:lnTo>
                  <a:pt x="672738" y="154790"/>
                </a:lnTo>
                <a:lnTo>
                  <a:pt x="679269" y="158846"/>
                </a:lnTo>
                <a:lnTo>
                  <a:pt x="685800" y="162441"/>
                </a:lnTo>
                <a:lnTo>
                  <a:pt x="692332" y="165604"/>
                </a:lnTo>
                <a:lnTo>
                  <a:pt x="698863" y="168366"/>
                </a:lnTo>
                <a:lnTo>
                  <a:pt x="705395" y="170758"/>
                </a:lnTo>
                <a:lnTo>
                  <a:pt x="711926" y="172815"/>
                </a:lnTo>
                <a:lnTo>
                  <a:pt x="718458" y="174572"/>
                </a:lnTo>
                <a:lnTo>
                  <a:pt x="724989" y="176060"/>
                </a:lnTo>
                <a:lnTo>
                  <a:pt x="731520" y="177312"/>
                </a:lnTo>
                <a:lnTo>
                  <a:pt x="738052" y="178357"/>
                </a:lnTo>
                <a:lnTo>
                  <a:pt x="744583" y="179224"/>
                </a:lnTo>
                <a:lnTo>
                  <a:pt x="751115" y="179939"/>
                </a:lnTo>
                <a:lnTo>
                  <a:pt x="757646" y="180522"/>
                </a:lnTo>
                <a:lnTo>
                  <a:pt x="764178" y="180997"/>
                </a:lnTo>
                <a:lnTo>
                  <a:pt x="770709" y="181379"/>
                </a:lnTo>
                <a:lnTo>
                  <a:pt x="777240" y="181685"/>
                </a:lnTo>
                <a:lnTo>
                  <a:pt x="777240" y="182759"/>
                </a:lnTo>
                <a:close/>
              </a:path>
            </a:pathLst>
          </a:custGeom>
          <a:solidFill>
            <a:srgbClr val="D9D8E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reeform 7"/>
          <p:cNvSpPr/>
          <p:nvPr/>
        </p:nvSpPr>
        <p:spPr>
          <a:xfrm>
            <a:off x="3337559" y="329184"/>
            <a:ext cx="777240" cy="0"/>
          </a:xfrm>
          <a:custGeom>
            <a:avLst/>
            <a:gdLst/>
            <a:ahLst/>
            <a:cxnLst/>
            <a:rect l="l" t="t" r="r" b="b"/>
            <a:pathLst>
              <a:path w="777240">
                <a:moveTo>
                  <a:pt x="0" y="0"/>
                </a:moveTo>
                <a:lnTo>
                  <a:pt x="777240" y="0"/>
                </a:lnTo>
              </a:path>
            </a:pathLst>
          </a:custGeom>
          <a:noFill/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reeform 8"/>
          <p:cNvSpPr/>
          <p:nvPr/>
        </p:nvSpPr>
        <p:spPr>
          <a:xfrm>
            <a:off x="1819655" y="972921"/>
            <a:ext cx="626182" cy="87783"/>
          </a:xfrm>
          <a:custGeom>
            <a:avLst/>
            <a:gdLst/>
            <a:ahLst/>
            <a:cxnLst/>
            <a:rect l="l" t="t" r="r" b="b"/>
            <a:pathLst>
              <a:path w="626182" h="87783">
                <a:moveTo>
                  <a:pt x="0" y="87783"/>
                </a:moveTo>
                <a:lnTo>
                  <a:pt x="512065" y="87783"/>
                </a:lnTo>
                <a:lnTo>
                  <a:pt x="626182" y="0"/>
                </a:lnTo>
                <a:lnTo>
                  <a:pt x="114118" y="0"/>
                </a:lnTo>
                <a:close/>
              </a:path>
            </a:pathLst>
          </a:custGeom>
          <a:solidFill>
            <a:srgbClr val="FBE0D2"/>
          </a:solidFill>
          <a:ln w="762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01568" y="658368"/>
            <a:ext cx="713231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01568" y="1463040"/>
            <a:ext cx="713231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46304" y="155448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7" y="521208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BCCBE3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7" y="699516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CFDCC3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7" y="877824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BCCBE3"/>
          </a:solidFill>
          <a:ln w="1270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7" y="1056132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EADBB4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7" y="1234440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CFDCC3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7" y="1412748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EADBB4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/>
          <p:cNvSpPr/>
          <p:nvPr/>
        </p:nvSpPr>
        <p:spPr>
          <a:xfrm>
            <a:off x="694944" y="640080"/>
            <a:ext cx="228600" cy="603504"/>
          </a:xfrm>
          <a:custGeom>
            <a:avLst/>
            <a:gdLst/>
            <a:ahLst/>
            <a:cxnLst/>
            <a:rect l="l" t="t" r="r" b="b"/>
            <a:pathLst>
              <a:path w="228600" h="603504">
                <a:moveTo>
                  <a:pt x="0" y="603504"/>
                </a:moveTo>
                <a:lnTo>
                  <a:pt x="0" y="0"/>
                </a:lnTo>
                <a:lnTo>
                  <a:pt x="228600" y="164592"/>
                </a:lnTo>
                <a:lnTo>
                  <a:pt x="228600" y="438912"/>
                </a:lnTo>
                <a:close/>
              </a:path>
            </a:pathLst>
          </a:custGeom>
          <a:solidFill>
            <a:srgbClr val="DFE8F3"/>
          </a:solidFill>
          <a:ln w="10160">
            <a:solidFill>
              <a:srgbClr val="7F9FC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43584" y="149998"/>
            <a:ext cx="28309" cy="28309"/>
          </a:xfrm>
          <a:prstGeom prst="rect">
            <a:avLst/>
          </a:prstGeom>
          <a:solidFill>
            <a:srgbClr val="D6D5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76502" y="149998"/>
            <a:ext cx="28309" cy="28309"/>
          </a:xfrm>
          <a:prstGeom prst="rect">
            <a:avLst/>
          </a:prstGeom>
          <a:solidFill>
            <a:srgbClr val="C8C7C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09420" y="149998"/>
            <a:ext cx="28309" cy="28309"/>
          </a:xfrm>
          <a:prstGeom prst="rect">
            <a:avLst/>
          </a:prstGeom>
          <a:solidFill>
            <a:srgbClr val="93928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342339" y="149998"/>
            <a:ext cx="28309" cy="28309"/>
          </a:xfrm>
          <a:prstGeom prst="rect">
            <a:avLst/>
          </a:prstGeom>
          <a:solidFill>
            <a:srgbClr val="A8A7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375257" y="149998"/>
            <a:ext cx="28309" cy="28309"/>
          </a:xfrm>
          <a:prstGeom prst="rect">
            <a:avLst/>
          </a:prstGeom>
          <a:solidFill>
            <a:srgbClr val="D5D5D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43584" y="182916"/>
            <a:ext cx="28309" cy="28309"/>
          </a:xfrm>
          <a:prstGeom prst="rect">
            <a:avLst/>
          </a:prstGeom>
          <a:solidFill>
            <a:srgbClr val="B5B5B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76502" y="182916"/>
            <a:ext cx="28309" cy="28309"/>
          </a:xfrm>
          <a:prstGeom prst="rect">
            <a:avLst/>
          </a:prstGeom>
          <a:solidFill>
            <a:srgbClr val="B1B1A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309420" y="182916"/>
            <a:ext cx="28309" cy="28309"/>
          </a:xfrm>
          <a:prstGeom prst="rect">
            <a:avLst/>
          </a:prstGeom>
          <a:solidFill>
            <a:srgbClr val="CFCF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342339" y="182916"/>
            <a:ext cx="28309" cy="28309"/>
          </a:xfrm>
          <a:prstGeom prst="rect">
            <a:avLst/>
          </a:prstGeom>
          <a:solidFill>
            <a:srgbClr val="9999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375257" y="182916"/>
            <a:ext cx="28309" cy="28309"/>
          </a:xfrm>
          <a:prstGeom prst="rect">
            <a:avLst/>
          </a:prstGeom>
          <a:solidFill>
            <a:srgbClr val="D3D3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243584" y="215834"/>
            <a:ext cx="28309" cy="28309"/>
          </a:xfrm>
          <a:prstGeom prst="rect">
            <a:avLst/>
          </a:prstGeom>
          <a:solidFill>
            <a:srgbClr val="B9B9B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276502" y="215834"/>
            <a:ext cx="28309" cy="28309"/>
          </a:xfrm>
          <a:prstGeom prst="rect">
            <a:avLst/>
          </a:prstGeom>
          <a:solidFill>
            <a:srgbClr val="AEADA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309420" y="215834"/>
            <a:ext cx="28309" cy="28309"/>
          </a:xfrm>
          <a:prstGeom prst="rect">
            <a:avLst/>
          </a:prstGeom>
          <a:solidFill>
            <a:srgbClr val="B6B5B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342339" y="215834"/>
            <a:ext cx="28309" cy="28309"/>
          </a:xfrm>
          <a:prstGeom prst="rect">
            <a:avLst/>
          </a:prstGeom>
          <a:solidFill>
            <a:srgbClr val="A7A6A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375257" y="215834"/>
            <a:ext cx="28309" cy="28309"/>
          </a:xfrm>
          <a:prstGeom prst="rect">
            <a:avLst/>
          </a:prstGeom>
          <a:solidFill>
            <a:srgbClr val="9998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243584" y="248753"/>
            <a:ext cx="28309" cy="28309"/>
          </a:xfrm>
          <a:prstGeom prst="rect">
            <a:avLst/>
          </a:prstGeom>
          <a:solidFill>
            <a:srgbClr val="85847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276502" y="248753"/>
            <a:ext cx="28309" cy="28309"/>
          </a:xfrm>
          <a:prstGeom prst="rect">
            <a:avLst/>
          </a:prstGeom>
          <a:solidFill>
            <a:srgbClr val="C3C3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309420" y="248753"/>
            <a:ext cx="28309" cy="28309"/>
          </a:xfrm>
          <a:prstGeom prst="rect">
            <a:avLst/>
          </a:prstGeom>
          <a:solidFill>
            <a:srgbClr val="A1A19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342339" y="248753"/>
            <a:ext cx="28309" cy="28309"/>
          </a:xfrm>
          <a:prstGeom prst="rect">
            <a:avLst/>
          </a:prstGeom>
          <a:solidFill>
            <a:srgbClr val="9D9C9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375257" y="248753"/>
            <a:ext cx="28309" cy="28309"/>
          </a:xfrm>
          <a:prstGeom prst="rect">
            <a:avLst/>
          </a:prstGeom>
          <a:solidFill>
            <a:srgbClr val="C2C2B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243584" y="281671"/>
            <a:ext cx="28309" cy="28309"/>
          </a:xfrm>
          <a:prstGeom prst="rect">
            <a:avLst/>
          </a:prstGeom>
          <a:solidFill>
            <a:srgbClr val="DEDD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276502" y="281671"/>
            <a:ext cx="28309" cy="28309"/>
          </a:xfrm>
          <a:prstGeom prst="rect">
            <a:avLst/>
          </a:prstGeom>
          <a:solidFill>
            <a:srgbClr val="83827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309420" y="281671"/>
            <a:ext cx="28309" cy="28309"/>
          </a:xfrm>
          <a:prstGeom prst="rect">
            <a:avLst/>
          </a:prstGeom>
          <a:solidFill>
            <a:srgbClr val="C2C2B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342339" y="281671"/>
            <a:ext cx="28309" cy="28309"/>
          </a:xfrm>
          <a:prstGeom prst="rect">
            <a:avLst/>
          </a:prstGeom>
          <a:solidFill>
            <a:srgbClr val="C1C0B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375257" y="281671"/>
            <a:ext cx="28309" cy="28309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243584" y="314590"/>
            <a:ext cx="28309" cy="28309"/>
          </a:xfrm>
          <a:prstGeom prst="rect">
            <a:avLst/>
          </a:prstGeom>
          <a:solidFill>
            <a:srgbClr val="A7A7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276502" y="314590"/>
            <a:ext cx="28309" cy="28309"/>
          </a:xfrm>
          <a:prstGeom prst="rect">
            <a:avLst/>
          </a:prstGeom>
          <a:solidFill>
            <a:srgbClr val="B2B1A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309420" y="314590"/>
            <a:ext cx="28309" cy="28309"/>
          </a:xfrm>
          <a:prstGeom prst="rect">
            <a:avLst/>
          </a:prstGeom>
          <a:solidFill>
            <a:srgbClr val="9695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342339" y="314590"/>
            <a:ext cx="28309" cy="28309"/>
          </a:xfrm>
          <a:prstGeom prst="rect">
            <a:avLst/>
          </a:prstGeom>
          <a:solidFill>
            <a:srgbClr val="DBDB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375257" y="314590"/>
            <a:ext cx="28309" cy="28309"/>
          </a:xfrm>
          <a:prstGeom prst="rect">
            <a:avLst/>
          </a:prstGeom>
          <a:solidFill>
            <a:srgbClr val="9C9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078953" y="100584"/>
            <a:ext cx="37229" cy="228600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141002" y="201168"/>
            <a:ext cx="37229" cy="128016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203050" y="233172"/>
            <a:ext cx="37229" cy="96012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265099" y="253746"/>
            <a:ext cx="37229" cy="75438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327148" y="267462"/>
            <a:ext cx="37229" cy="61722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389196" y="278892"/>
            <a:ext cx="37229" cy="50292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451245" y="285750"/>
            <a:ext cx="37229" cy="43434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2513293" y="292608"/>
            <a:ext cx="37229" cy="36576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575342" y="299466"/>
            <a:ext cx="37229" cy="29718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637390" y="304038"/>
            <a:ext cx="37229" cy="25146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699439" y="308610"/>
            <a:ext cx="37229" cy="20574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761488" y="310896"/>
            <a:ext cx="37229" cy="18288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823536" y="313182"/>
            <a:ext cx="37229" cy="16002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885585" y="315468"/>
            <a:ext cx="37229" cy="13716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Freeform 63"/>
          <p:cNvSpPr/>
          <p:nvPr/>
        </p:nvSpPr>
        <p:spPr>
          <a:xfrm>
            <a:off x="3337559" y="155539"/>
            <a:ext cx="777240" cy="173645"/>
          </a:xfrm>
          <a:custGeom>
            <a:avLst/>
            <a:gdLst/>
            <a:ahLst/>
            <a:cxnLst/>
            <a:rect l="l" t="t" r="r" b="b"/>
            <a:pathLst>
              <a:path w="777240" h="173645">
                <a:moveTo>
                  <a:pt x="0" y="173542"/>
                </a:moveTo>
                <a:lnTo>
                  <a:pt x="6532" y="173490"/>
                </a:lnTo>
                <a:lnTo>
                  <a:pt x="13063" y="173415"/>
                </a:lnTo>
                <a:lnTo>
                  <a:pt x="19595" y="173306"/>
                </a:lnTo>
                <a:lnTo>
                  <a:pt x="26126" y="173151"/>
                </a:lnTo>
                <a:lnTo>
                  <a:pt x="32658" y="172935"/>
                </a:lnTo>
                <a:lnTo>
                  <a:pt x="39189" y="172635"/>
                </a:lnTo>
                <a:lnTo>
                  <a:pt x="45720" y="172225"/>
                </a:lnTo>
                <a:lnTo>
                  <a:pt x="52252" y="171671"/>
                </a:lnTo>
                <a:lnTo>
                  <a:pt x="58783" y="170934"/>
                </a:lnTo>
                <a:lnTo>
                  <a:pt x="65315" y="169965"/>
                </a:lnTo>
                <a:lnTo>
                  <a:pt x="71846" y="168706"/>
                </a:lnTo>
                <a:lnTo>
                  <a:pt x="78378" y="167094"/>
                </a:lnTo>
                <a:lnTo>
                  <a:pt x="84909" y="165057"/>
                </a:lnTo>
                <a:lnTo>
                  <a:pt x="91440" y="162517"/>
                </a:lnTo>
                <a:lnTo>
                  <a:pt x="97972" y="159393"/>
                </a:lnTo>
                <a:lnTo>
                  <a:pt x="104503" y="155604"/>
                </a:lnTo>
                <a:lnTo>
                  <a:pt x="111035" y="151072"/>
                </a:lnTo>
                <a:lnTo>
                  <a:pt x="117566" y="145730"/>
                </a:lnTo>
                <a:lnTo>
                  <a:pt x="124098" y="139523"/>
                </a:lnTo>
                <a:lnTo>
                  <a:pt x="130629" y="132421"/>
                </a:lnTo>
                <a:lnTo>
                  <a:pt x="137160" y="124419"/>
                </a:lnTo>
                <a:lnTo>
                  <a:pt x="143692" y="115545"/>
                </a:lnTo>
                <a:lnTo>
                  <a:pt x="150223" y="105867"/>
                </a:lnTo>
                <a:lnTo>
                  <a:pt x="156755" y="95494"/>
                </a:lnTo>
                <a:lnTo>
                  <a:pt x="163286" y="84580"/>
                </a:lnTo>
                <a:lnTo>
                  <a:pt x="169818" y="73319"/>
                </a:lnTo>
                <a:lnTo>
                  <a:pt x="176349" y="61946"/>
                </a:lnTo>
                <a:lnTo>
                  <a:pt x="182880" y="50727"/>
                </a:lnTo>
                <a:lnTo>
                  <a:pt x="189412" y="39950"/>
                </a:lnTo>
                <a:lnTo>
                  <a:pt x="195943" y="29916"/>
                </a:lnTo>
                <a:lnTo>
                  <a:pt x="202475" y="20923"/>
                </a:lnTo>
                <a:lnTo>
                  <a:pt x="209006" y="13249"/>
                </a:lnTo>
                <a:lnTo>
                  <a:pt x="215538" y="7145"/>
                </a:lnTo>
                <a:lnTo>
                  <a:pt x="222069" y="2814"/>
                </a:lnTo>
                <a:lnTo>
                  <a:pt x="228600" y="405"/>
                </a:lnTo>
                <a:lnTo>
                  <a:pt x="235132" y="0"/>
                </a:lnTo>
                <a:lnTo>
                  <a:pt x="241663" y="1614"/>
                </a:lnTo>
                <a:lnTo>
                  <a:pt x="248195" y="5190"/>
                </a:lnTo>
                <a:lnTo>
                  <a:pt x="254726" y="10607"/>
                </a:lnTo>
                <a:lnTo>
                  <a:pt x="261258" y="17680"/>
                </a:lnTo>
                <a:lnTo>
                  <a:pt x="267789" y="26178"/>
                </a:lnTo>
                <a:lnTo>
                  <a:pt x="274320" y="35831"/>
                </a:lnTo>
                <a:lnTo>
                  <a:pt x="280852" y="46346"/>
                </a:lnTo>
                <a:lnTo>
                  <a:pt x="287383" y="57424"/>
                </a:lnTo>
                <a:lnTo>
                  <a:pt x="293915" y="68769"/>
                </a:lnTo>
                <a:lnTo>
                  <a:pt x="300446" y="80105"/>
                </a:lnTo>
                <a:lnTo>
                  <a:pt x="306978" y="91183"/>
                </a:lnTo>
                <a:lnTo>
                  <a:pt x="313509" y="101793"/>
                </a:lnTo>
                <a:lnTo>
                  <a:pt x="320040" y="111765"/>
                </a:lnTo>
                <a:lnTo>
                  <a:pt x="326572" y="120971"/>
                </a:lnTo>
                <a:lnTo>
                  <a:pt x="333103" y="129327"/>
                </a:lnTo>
                <a:lnTo>
                  <a:pt x="339635" y="136791"/>
                </a:lnTo>
                <a:lnTo>
                  <a:pt x="346166" y="143353"/>
                </a:lnTo>
                <a:lnTo>
                  <a:pt x="352698" y="149036"/>
                </a:lnTo>
                <a:lnTo>
                  <a:pt x="359229" y="153885"/>
                </a:lnTo>
                <a:lnTo>
                  <a:pt x="365760" y="157962"/>
                </a:lnTo>
                <a:lnTo>
                  <a:pt x="372292" y="161342"/>
                </a:lnTo>
                <a:lnTo>
                  <a:pt x="378823" y="164106"/>
                </a:lnTo>
                <a:lnTo>
                  <a:pt x="385355" y="166335"/>
                </a:lnTo>
                <a:lnTo>
                  <a:pt x="391886" y="168108"/>
                </a:lnTo>
                <a:lnTo>
                  <a:pt x="398418" y="169499"/>
                </a:lnTo>
                <a:lnTo>
                  <a:pt x="404949" y="170577"/>
                </a:lnTo>
                <a:lnTo>
                  <a:pt x="411480" y="171401"/>
                </a:lnTo>
                <a:lnTo>
                  <a:pt x="418012" y="172023"/>
                </a:lnTo>
                <a:lnTo>
                  <a:pt x="424543" y="172486"/>
                </a:lnTo>
                <a:lnTo>
                  <a:pt x="431075" y="172826"/>
                </a:lnTo>
                <a:lnTo>
                  <a:pt x="437606" y="173073"/>
                </a:lnTo>
                <a:lnTo>
                  <a:pt x="444138" y="173250"/>
                </a:lnTo>
                <a:lnTo>
                  <a:pt x="450669" y="173376"/>
                </a:lnTo>
                <a:lnTo>
                  <a:pt x="457200" y="173463"/>
                </a:lnTo>
                <a:lnTo>
                  <a:pt x="463732" y="173524"/>
                </a:lnTo>
                <a:lnTo>
                  <a:pt x="470263" y="173565"/>
                </a:lnTo>
                <a:lnTo>
                  <a:pt x="476795" y="173593"/>
                </a:lnTo>
                <a:lnTo>
                  <a:pt x="483326" y="173611"/>
                </a:lnTo>
                <a:lnTo>
                  <a:pt x="489858" y="173623"/>
                </a:lnTo>
                <a:lnTo>
                  <a:pt x="496389" y="173631"/>
                </a:lnTo>
                <a:lnTo>
                  <a:pt x="502920" y="173636"/>
                </a:lnTo>
                <a:lnTo>
                  <a:pt x="509452" y="173639"/>
                </a:lnTo>
                <a:lnTo>
                  <a:pt x="515983" y="173641"/>
                </a:lnTo>
                <a:lnTo>
                  <a:pt x="522515" y="173643"/>
                </a:lnTo>
                <a:lnTo>
                  <a:pt x="529046" y="173643"/>
                </a:lnTo>
                <a:lnTo>
                  <a:pt x="535578" y="173644"/>
                </a:lnTo>
                <a:lnTo>
                  <a:pt x="542109" y="173644"/>
                </a:lnTo>
                <a:lnTo>
                  <a:pt x="548640" y="173644"/>
                </a:lnTo>
                <a:lnTo>
                  <a:pt x="555172" y="173644"/>
                </a:lnTo>
                <a:lnTo>
                  <a:pt x="561703" y="173644"/>
                </a:lnTo>
                <a:lnTo>
                  <a:pt x="568235" y="173644"/>
                </a:lnTo>
                <a:lnTo>
                  <a:pt x="574766" y="173644"/>
                </a:lnTo>
                <a:lnTo>
                  <a:pt x="581298" y="173644"/>
                </a:lnTo>
                <a:lnTo>
                  <a:pt x="587829" y="173644"/>
                </a:lnTo>
                <a:lnTo>
                  <a:pt x="594360" y="173644"/>
                </a:lnTo>
                <a:lnTo>
                  <a:pt x="600892" y="173644"/>
                </a:lnTo>
                <a:lnTo>
                  <a:pt x="607423" y="173644"/>
                </a:lnTo>
                <a:lnTo>
                  <a:pt x="613955" y="173644"/>
                </a:lnTo>
                <a:lnTo>
                  <a:pt x="620486" y="173644"/>
                </a:lnTo>
                <a:lnTo>
                  <a:pt x="627018" y="173644"/>
                </a:lnTo>
                <a:lnTo>
                  <a:pt x="633549" y="173644"/>
                </a:lnTo>
                <a:lnTo>
                  <a:pt x="640080" y="173644"/>
                </a:lnTo>
                <a:lnTo>
                  <a:pt x="646612" y="173644"/>
                </a:lnTo>
                <a:lnTo>
                  <a:pt x="653143" y="173644"/>
                </a:lnTo>
                <a:lnTo>
                  <a:pt x="659675" y="173644"/>
                </a:lnTo>
                <a:lnTo>
                  <a:pt x="666206" y="173644"/>
                </a:lnTo>
                <a:lnTo>
                  <a:pt x="672738" y="173644"/>
                </a:lnTo>
                <a:lnTo>
                  <a:pt x="679269" y="173644"/>
                </a:lnTo>
                <a:lnTo>
                  <a:pt x="685800" y="173644"/>
                </a:lnTo>
                <a:lnTo>
                  <a:pt x="692332" y="173644"/>
                </a:lnTo>
                <a:lnTo>
                  <a:pt x="698863" y="173644"/>
                </a:lnTo>
                <a:lnTo>
                  <a:pt x="705395" y="173644"/>
                </a:lnTo>
                <a:lnTo>
                  <a:pt x="711926" y="173644"/>
                </a:lnTo>
                <a:lnTo>
                  <a:pt x="718458" y="173644"/>
                </a:lnTo>
                <a:lnTo>
                  <a:pt x="724989" y="173644"/>
                </a:lnTo>
                <a:lnTo>
                  <a:pt x="731520" y="173644"/>
                </a:lnTo>
                <a:lnTo>
                  <a:pt x="738052" y="173645"/>
                </a:lnTo>
                <a:lnTo>
                  <a:pt x="744583" y="173645"/>
                </a:lnTo>
                <a:lnTo>
                  <a:pt x="751115" y="173645"/>
                </a:lnTo>
                <a:lnTo>
                  <a:pt x="757646" y="173645"/>
                </a:lnTo>
                <a:lnTo>
                  <a:pt x="764178" y="173645"/>
                </a:lnTo>
                <a:lnTo>
                  <a:pt x="770709" y="173645"/>
                </a:lnTo>
                <a:lnTo>
                  <a:pt x="777240" y="173645"/>
                </a:lnTo>
              </a:path>
            </a:pathLst>
          </a:custGeom>
          <a:noFill/>
          <a:ln w="889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Freeform 64"/>
          <p:cNvSpPr/>
          <p:nvPr/>
        </p:nvSpPr>
        <p:spPr>
          <a:xfrm>
            <a:off x="3337559" y="146425"/>
            <a:ext cx="777240" cy="182758"/>
          </a:xfrm>
          <a:custGeom>
            <a:avLst/>
            <a:gdLst/>
            <a:ahLst/>
            <a:cxnLst/>
            <a:rect l="l" t="t" r="r" b="b"/>
            <a:pathLst>
              <a:path w="777240" h="182758">
                <a:moveTo>
                  <a:pt x="0" y="182758"/>
                </a:moveTo>
                <a:lnTo>
                  <a:pt x="6532" y="182758"/>
                </a:lnTo>
                <a:lnTo>
                  <a:pt x="13063" y="182758"/>
                </a:lnTo>
                <a:lnTo>
                  <a:pt x="19595" y="182758"/>
                </a:lnTo>
                <a:lnTo>
                  <a:pt x="26126" y="182758"/>
                </a:lnTo>
                <a:lnTo>
                  <a:pt x="32658" y="182758"/>
                </a:lnTo>
                <a:lnTo>
                  <a:pt x="39189" y="182758"/>
                </a:lnTo>
                <a:lnTo>
                  <a:pt x="45720" y="182758"/>
                </a:lnTo>
                <a:lnTo>
                  <a:pt x="52252" y="182758"/>
                </a:lnTo>
                <a:lnTo>
                  <a:pt x="58783" y="182758"/>
                </a:lnTo>
                <a:lnTo>
                  <a:pt x="65315" y="182758"/>
                </a:lnTo>
                <a:lnTo>
                  <a:pt x="71846" y="182758"/>
                </a:lnTo>
                <a:lnTo>
                  <a:pt x="78378" y="182758"/>
                </a:lnTo>
                <a:lnTo>
                  <a:pt x="84909" y="182758"/>
                </a:lnTo>
                <a:lnTo>
                  <a:pt x="91440" y="182758"/>
                </a:lnTo>
                <a:lnTo>
                  <a:pt x="97972" y="182758"/>
                </a:lnTo>
                <a:lnTo>
                  <a:pt x="104503" y="182758"/>
                </a:lnTo>
                <a:lnTo>
                  <a:pt x="111035" y="182757"/>
                </a:lnTo>
                <a:lnTo>
                  <a:pt x="117566" y="182757"/>
                </a:lnTo>
                <a:lnTo>
                  <a:pt x="124098" y="182756"/>
                </a:lnTo>
                <a:lnTo>
                  <a:pt x="130629" y="182755"/>
                </a:lnTo>
                <a:lnTo>
                  <a:pt x="137160" y="182753"/>
                </a:lnTo>
                <a:lnTo>
                  <a:pt x="143692" y="182750"/>
                </a:lnTo>
                <a:lnTo>
                  <a:pt x="150223" y="182747"/>
                </a:lnTo>
                <a:lnTo>
                  <a:pt x="156755" y="182742"/>
                </a:lnTo>
                <a:lnTo>
                  <a:pt x="163286" y="182736"/>
                </a:lnTo>
                <a:lnTo>
                  <a:pt x="169818" y="182727"/>
                </a:lnTo>
                <a:lnTo>
                  <a:pt x="176349" y="182715"/>
                </a:lnTo>
                <a:lnTo>
                  <a:pt x="182880" y="182698"/>
                </a:lnTo>
                <a:lnTo>
                  <a:pt x="189412" y="182676"/>
                </a:lnTo>
                <a:lnTo>
                  <a:pt x="195943" y="182646"/>
                </a:lnTo>
                <a:lnTo>
                  <a:pt x="202475" y="182607"/>
                </a:lnTo>
                <a:lnTo>
                  <a:pt x="209006" y="182554"/>
                </a:lnTo>
                <a:lnTo>
                  <a:pt x="215538" y="182486"/>
                </a:lnTo>
                <a:lnTo>
                  <a:pt x="222069" y="182397"/>
                </a:lnTo>
                <a:lnTo>
                  <a:pt x="228600" y="182282"/>
                </a:lnTo>
                <a:lnTo>
                  <a:pt x="235132" y="182134"/>
                </a:lnTo>
                <a:lnTo>
                  <a:pt x="241663" y="181945"/>
                </a:lnTo>
                <a:lnTo>
                  <a:pt x="248195" y="181706"/>
                </a:lnTo>
                <a:lnTo>
                  <a:pt x="254726" y="181406"/>
                </a:lnTo>
                <a:lnTo>
                  <a:pt x="261258" y="181030"/>
                </a:lnTo>
                <a:lnTo>
                  <a:pt x="267789" y="180564"/>
                </a:lnTo>
                <a:lnTo>
                  <a:pt x="274320" y="179990"/>
                </a:lnTo>
                <a:lnTo>
                  <a:pt x="280852" y="179287"/>
                </a:lnTo>
                <a:lnTo>
                  <a:pt x="287383" y="178433"/>
                </a:lnTo>
                <a:lnTo>
                  <a:pt x="293915" y="177402"/>
                </a:lnTo>
                <a:lnTo>
                  <a:pt x="300446" y="176168"/>
                </a:lnTo>
                <a:lnTo>
                  <a:pt x="306978" y="174700"/>
                </a:lnTo>
                <a:lnTo>
                  <a:pt x="313509" y="172966"/>
                </a:lnTo>
                <a:lnTo>
                  <a:pt x="320040" y="170935"/>
                </a:lnTo>
                <a:lnTo>
                  <a:pt x="326572" y="168570"/>
                </a:lnTo>
                <a:lnTo>
                  <a:pt x="333103" y="165840"/>
                </a:lnTo>
                <a:lnTo>
                  <a:pt x="339635" y="162710"/>
                </a:lnTo>
                <a:lnTo>
                  <a:pt x="346166" y="159150"/>
                </a:lnTo>
                <a:lnTo>
                  <a:pt x="352698" y="155132"/>
                </a:lnTo>
                <a:lnTo>
                  <a:pt x="359229" y="150632"/>
                </a:lnTo>
                <a:lnTo>
                  <a:pt x="365760" y="145633"/>
                </a:lnTo>
                <a:lnTo>
                  <a:pt x="372292" y="140125"/>
                </a:lnTo>
                <a:lnTo>
                  <a:pt x="378823" y="134105"/>
                </a:lnTo>
                <a:lnTo>
                  <a:pt x="385355" y="127583"/>
                </a:lnTo>
                <a:lnTo>
                  <a:pt x="391886" y="120579"/>
                </a:lnTo>
                <a:lnTo>
                  <a:pt x="398418" y="113124"/>
                </a:lnTo>
                <a:lnTo>
                  <a:pt x="404949" y="105263"/>
                </a:lnTo>
                <a:lnTo>
                  <a:pt x="411480" y="97054"/>
                </a:lnTo>
                <a:lnTo>
                  <a:pt x="418012" y="88569"/>
                </a:lnTo>
                <a:lnTo>
                  <a:pt x="424543" y="79891"/>
                </a:lnTo>
                <a:lnTo>
                  <a:pt x="431075" y="71117"/>
                </a:lnTo>
                <a:lnTo>
                  <a:pt x="437606" y="62352"/>
                </a:lnTo>
                <a:lnTo>
                  <a:pt x="444138" y="53713"/>
                </a:lnTo>
                <a:lnTo>
                  <a:pt x="450669" y="45318"/>
                </a:lnTo>
                <a:lnTo>
                  <a:pt x="457200" y="37294"/>
                </a:lnTo>
                <a:lnTo>
                  <a:pt x="463732" y="29764"/>
                </a:lnTo>
                <a:lnTo>
                  <a:pt x="470263" y="22852"/>
                </a:lnTo>
                <a:lnTo>
                  <a:pt x="476795" y="16673"/>
                </a:lnTo>
                <a:lnTo>
                  <a:pt x="483326" y="11334"/>
                </a:lnTo>
                <a:lnTo>
                  <a:pt x="489858" y="6932"/>
                </a:lnTo>
                <a:lnTo>
                  <a:pt x="496389" y="3544"/>
                </a:lnTo>
                <a:lnTo>
                  <a:pt x="502920" y="1235"/>
                </a:lnTo>
                <a:lnTo>
                  <a:pt x="509452" y="46"/>
                </a:lnTo>
                <a:lnTo>
                  <a:pt x="515983" y="0"/>
                </a:lnTo>
                <a:lnTo>
                  <a:pt x="522515" y="1098"/>
                </a:lnTo>
                <a:lnTo>
                  <a:pt x="529046" y="3319"/>
                </a:lnTo>
                <a:lnTo>
                  <a:pt x="535578" y="6622"/>
                </a:lnTo>
                <a:lnTo>
                  <a:pt x="542109" y="10947"/>
                </a:lnTo>
                <a:lnTo>
                  <a:pt x="548640" y="16213"/>
                </a:lnTo>
                <a:lnTo>
                  <a:pt x="555172" y="22329"/>
                </a:lnTo>
                <a:lnTo>
                  <a:pt x="561703" y="29187"/>
                </a:lnTo>
                <a:lnTo>
                  <a:pt x="568235" y="36672"/>
                </a:lnTo>
                <a:lnTo>
                  <a:pt x="574766" y="44661"/>
                </a:lnTo>
                <a:lnTo>
                  <a:pt x="581298" y="53030"/>
                </a:lnTo>
                <a:lnTo>
                  <a:pt x="587829" y="61655"/>
                </a:lnTo>
                <a:lnTo>
                  <a:pt x="594360" y="70414"/>
                </a:lnTo>
                <a:lnTo>
                  <a:pt x="600892" y="79191"/>
                </a:lnTo>
                <a:lnTo>
                  <a:pt x="607423" y="87880"/>
                </a:lnTo>
                <a:lnTo>
                  <a:pt x="613955" y="96384"/>
                </a:lnTo>
                <a:lnTo>
                  <a:pt x="620486" y="104618"/>
                </a:lnTo>
                <a:lnTo>
                  <a:pt x="627018" y="112509"/>
                </a:lnTo>
                <a:lnTo>
                  <a:pt x="633549" y="119999"/>
                </a:lnTo>
                <a:lnTo>
                  <a:pt x="640080" y="127041"/>
                </a:lnTo>
                <a:lnTo>
                  <a:pt x="646612" y="133602"/>
                </a:lnTo>
                <a:lnTo>
                  <a:pt x="653143" y="139662"/>
                </a:lnTo>
                <a:lnTo>
                  <a:pt x="659675" y="145211"/>
                </a:lnTo>
                <a:lnTo>
                  <a:pt x="666206" y="150251"/>
                </a:lnTo>
                <a:lnTo>
                  <a:pt x="672738" y="154790"/>
                </a:lnTo>
                <a:lnTo>
                  <a:pt x="679269" y="158846"/>
                </a:lnTo>
                <a:lnTo>
                  <a:pt x="685800" y="162441"/>
                </a:lnTo>
                <a:lnTo>
                  <a:pt x="692332" y="165604"/>
                </a:lnTo>
                <a:lnTo>
                  <a:pt x="698863" y="168366"/>
                </a:lnTo>
                <a:lnTo>
                  <a:pt x="705395" y="170758"/>
                </a:lnTo>
                <a:lnTo>
                  <a:pt x="711926" y="172815"/>
                </a:lnTo>
                <a:lnTo>
                  <a:pt x="718458" y="174572"/>
                </a:lnTo>
                <a:lnTo>
                  <a:pt x="724989" y="176060"/>
                </a:lnTo>
                <a:lnTo>
                  <a:pt x="731520" y="177312"/>
                </a:lnTo>
                <a:lnTo>
                  <a:pt x="738052" y="178357"/>
                </a:lnTo>
                <a:lnTo>
                  <a:pt x="744583" y="179224"/>
                </a:lnTo>
                <a:lnTo>
                  <a:pt x="751115" y="179939"/>
                </a:lnTo>
                <a:lnTo>
                  <a:pt x="757646" y="180522"/>
                </a:lnTo>
                <a:lnTo>
                  <a:pt x="764178" y="180997"/>
                </a:lnTo>
                <a:lnTo>
                  <a:pt x="770709" y="181379"/>
                </a:lnTo>
                <a:lnTo>
                  <a:pt x="777240" y="181685"/>
                </a:lnTo>
              </a:path>
            </a:pathLst>
          </a:custGeom>
          <a:noFill/>
          <a:ln w="8890">
            <a:solidFill>
              <a:srgbClr val="4F4D8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252728" y="639897"/>
            <a:ext cx="55046" cy="55046"/>
          </a:xfrm>
          <a:prstGeom prst="rect">
            <a:avLst/>
          </a:prstGeom>
          <a:solidFill>
            <a:srgbClr val="A8A6C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316736" y="639897"/>
            <a:ext cx="55046" cy="55046"/>
          </a:xfrm>
          <a:prstGeom prst="rect">
            <a:avLst/>
          </a:prstGeom>
          <a:solidFill>
            <a:srgbClr val="8F8EB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380744" y="639897"/>
            <a:ext cx="55046" cy="55046"/>
          </a:xfrm>
          <a:prstGeom prst="rect">
            <a:avLst/>
          </a:prstGeom>
          <a:solidFill>
            <a:srgbClr val="9A99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444751" y="639897"/>
            <a:ext cx="55046" cy="55046"/>
          </a:xfrm>
          <a:prstGeom prst="rect">
            <a:avLst/>
          </a:prstGeom>
          <a:solidFill>
            <a:srgbClr val="CBCAD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508760" y="639897"/>
            <a:ext cx="55046" cy="55046"/>
          </a:xfrm>
          <a:prstGeom prst="rect">
            <a:avLst/>
          </a:prstGeom>
          <a:solidFill>
            <a:srgbClr val="C5C4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572768" y="639897"/>
            <a:ext cx="55046" cy="55046"/>
          </a:xfrm>
          <a:prstGeom prst="rect">
            <a:avLst/>
          </a:prstGeom>
          <a:solidFill>
            <a:srgbClr val="9290B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252728" y="703905"/>
            <a:ext cx="55046" cy="55046"/>
          </a:xfrm>
          <a:prstGeom prst="rect">
            <a:avLst/>
          </a:prstGeom>
          <a:solidFill>
            <a:srgbClr val="DFDE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316736" y="703905"/>
            <a:ext cx="55046" cy="55046"/>
          </a:xfrm>
          <a:prstGeom prst="rect">
            <a:avLst/>
          </a:prstGeom>
          <a:solidFill>
            <a:srgbClr val="9695B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380744" y="703905"/>
            <a:ext cx="55046" cy="55046"/>
          </a:xfrm>
          <a:prstGeom prst="rect">
            <a:avLst/>
          </a:prstGeom>
          <a:solidFill>
            <a:srgbClr val="9897B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444751" y="703905"/>
            <a:ext cx="55046" cy="55046"/>
          </a:xfrm>
          <a:prstGeom prst="rect">
            <a:avLst/>
          </a:prstGeom>
          <a:solidFill>
            <a:srgbClr val="B6B4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508760" y="703905"/>
            <a:ext cx="55046" cy="55046"/>
          </a:xfrm>
          <a:prstGeom prst="rect">
            <a:avLst/>
          </a:prstGeom>
          <a:solidFill>
            <a:srgbClr val="C4C3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572768" y="703905"/>
            <a:ext cx="55046" cy="55046"/>
          </a:xfrm>
          <a:prstGeom prst="rect">
            <a:avLst/>
          </a:prstGeom>
          <a:solidFill>
            <a:srgbClr val="C6C6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252728" y="767913"/>
            <a:ext cx="55046" cy="55046"/>
          </a:xfrm>
          <a:prstGeom prst="rect">
            <a:avLst/>
          </a:prstGeom>
          <a:solidFill>
            <a:srgbClr val="C9C8D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316736" y="767913"/>
            <a:ext cx="55046" cy="55046"/>
          </a:xfrm>
          <a:prstGeom prst="rect">
            <a:avLst/>
          </a:prstGeom>
          <a:solidFill>
            <a:srgbClr val="B8B7D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380744" y="767913"/>
            <a:ext cx="55046" cy="55046"/>
          </a:xfrm>
          <a:prstGeom prst="rect">
            <a:avLst/>
          </a:prstGeom>
          <a:solidFill>
            <a:srgbClr val="B2B1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444751" y="767913"/>
            <a:ext cx="55046" cy="55046"/>
          </a:xfrm>
          <a:prstGeom prst="rect">
            <a:avLst/>
          </a:prstGeom>
          <a:solidFill>
            <a:srgbClr val="AEAD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508760" y="767913"/>
            <a:ext cx="55046" cy="55046"/>
          </a:xfrm>
          <a:prstGeom prst="rect">
            <a:avLst/>
          </a:prstGeom>
          <a:solidFill>
            <a:srgbClr val="8785B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572768" y="767913"/>
            <a:ext cx="55046" cy="55046"/>
          </a:xfrm>
          <a:prstGeom prst="rect">
            <a:avLst/>
          </a:prstGeom>
          <a:solidFill>
            <a:srgbClr val="9997B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252728" y="831921"/>
            <a:ext cx="55046" cy="55046"/>
          </a:xfrm>
          <a:prstGeom prst="rect">
            <a:avLst/>
          </a:prstGeom>
          <a:solidFill>
            <a:srgbClr val="A8A7C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316736" y="831921"/>
            <a:ext cx="55046" cy="55046"/>
          </a:xfrm>
          <a:prstGeom prst="rect">
            <a:avLst/>
          </a:prstGeom>
          <a:solidFill>
            <a:srgbClr val="8785B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380744" y="831921"/>
            <a:ext cx="55046" cy="55046"/>
          </a:xfrm>
          <a:prstGeom prst="rect">
            <a:avLst/>
          </a:prstGeom>
          <a:solidFill>
            <a:srgbClr val="CCCB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444751" y="831921"/>
            <a:ext cx="55046" cy="55046"/>
          </a:xfrm>
          <a:prstGeom prst="rect">
            <a:avLst/>
          </a:prstGeom>
          <a:solidFill>
            <a:srgbClr val="D1D0E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508760" y="831921"/>
            <a:ext cx="55046" cy="55046"/>
          </a:xfrm>
          <a:prstGeom prst="rect">
            <a:avLst/>
          </a:prstGeom>
          <a:solidFill>
            <a:srgbClr val="A9A7C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572768" y="831921"/>
            <a:ext cx="55046" cy="55046"/>
          </a:xfrm>
          <a:prstGeom prst="rect">
            <a:avLst/>
          </a:prstGeom>
          <a:solidFill>
            <a:srgbClr val="DBDB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252728" y="895929"/>
            <a:ext cx="55046" cy="55046"/>
          </a:xfrm>
          <a:prstGeom prst="rect">
            <a:avLst/>
          </a:prstGeom>
          <a:solidFill>
            <a:srgbClr val="DCDC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316736" y="895929"/>
            <a:ext cx="55046" cy="55046"/>
          </a:xfrm>
          <a:prstGeom prst="rect">
            <a:avLst/>
          </a:prstGeom>
          <a:solidFill>
            <a:srgbClr val="B1B0C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380744" y="895929"/>
            <a:ext cx="55046" cy="55046"/>
          </a:xfrm>
          <a:prstGeom prst="rect">
            <a:avLst/>
          </a:prstGeom>
          <a:solidFill>
            <a:srgbClr val="B6B5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444751" y="895929"/>
            <a:ext cx="55046" cy="55046"/>
          </a:xfrm>
          <a:prstGeom prst="rect">
            <a:avLst/>
          </a:prstGeom>
          <a:solidFill>
            <a:srgbClr val="8E8CB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508760" y="895929"/>
            <a:ext cx="55046" cy="55046"/>
          </a:xfrm>
          <a:prstGeom prst="rect">
            <a:avLst/>
          </a:prstGeom>
          <a:solidFill>
            <a:srgbClr val="A7A6C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572768" y="895929"/>
            <a:ext cx="55046" cy="55046"/>
          </a:xfrm>
          <a:prstGeom prst="rect">
            <a:avLst/>
          </a:prstGeom>
          <a:solidFill>
            <a:srgbClr val="B2B0C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252728" y="959937"/>
            <a:ext cx="55046" cy="55046"/>
          </a:xfrm>
          <a:prstGeom prst="rect">
            <a:avLst/>
          </a:prstGeom>
          <a:solidFill>
            <a:srgbClr val="B3B2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316736" y="959937"/>
            <a:ext cx="55046" cy="55046"/>
          </a:xfrm>
          <a:prstGeom prst="rect">
            <a:avLst/>
          </a:prstGeom>
          <a:solidFill>
            <a:srgbClr val="C9C8D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380744" y="959937"/>
            <a:ext cx="55046" cy="55046"/>
          </a:xfrm>
          <a:prstGeom prst="rect">
            <a:avLst/>
          </a:prstGeom>
          <a:solidFill>
            <a:srgbClr val="DEDE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444751" y="959937"/>
            <a:ext cx="55046" cy="55046"/>
          </a:xfrm>
          <a:prstGeom prst="rect">
            <a:avLst/>
          </a:prstGeom>
          <a:solidFill>
            <a:srgbClr val="CECDE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508760" y="959937"/>
            <a:ext cx="55046" cy="55046"/>
          </a:xfrm>
          <a:prstGeom prst="rect">
            <a:avLst/>
          </a:prstGeom>
          <a:solidFill>
            <a:srgbClr val="A2A0C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572768" y="959937"/>
            <a:ext cx="55046" cy="55046"/>
          </a:xfrm>
          <a:prstGeom prst="rect">
            <a:avLst/>
          </a:prstGeom>
          <a:solidFill>
            <a:srgbClr val="CDCDE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3427719" y="964143"/>
            <a:ext cx="66568" cy="96560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3546591" y="925519"/>
            <a:ext cx="66568" cy="135184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665463" y="861145"/>
            <a:ext cx="66568" cy="19955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3784335" y="883676"/>
            <a:ext cx="66568" cy="177027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3903207" y="803208"/>
            <a:ext cx="66568" cy="257495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4022079" y="835395"/>
            <a:ext cx="66568" cy="22530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252728" y="1453713"/>
            <a:ext cx="55046" cy="55046"/>
          </a:xfrm>
          <a:prstGeom prst="rect">
            <a:avLst/>
          </a:prstGeom>
          <a:solidFill>
            <a:srgbClr val="ECB79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252728" y="1517721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316736" y="1517721"/>
            <a:ext cx="55046" cy="55046"/>
          </a:xfrm>
          <a:prstGeom prst="rect">
            <a:avLst/>
          </a:prstGeom>
          <a:solidFill>
            <a:srgbClr val="EFC3A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252728" y="1581729"/>
            <a:ext cx="55046" cy="55046"/>
          </a:xfrm>
          <a:prstGeom prst="rect">
            <a:avLst/>
          </a:prstGeom>
          <a:solidFill>
            <a:srgbClr val="F4D5C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316736" y="1581729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380744" y="1581729"/>
            <a:ext cx="55046" cy="55046"/>
          </a:xfrm>
          <a:prstGeom prst="rect">
            <a:avLst/>
          </a:prstGeom>
          <a:solidFill>
            <a:srgbClr val="E08D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252728" y="1645737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316736" y="1645737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380744" y="1645737"/>
            <a:ext cx="55046" cy="55046"/>
          </a:xfrm>
          <a:prstGeom prst="rect">
            <a:avLst/>
          </a:prstGeom>
          <a:solidFill>
            <a:srgbClr val="E59F7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1444751" y="1645737"/>
            <a:ext cx="55046" cy="55046"/>
          </a:xfrm>
          <a:prstGeom prst="rect">
            <a:avLst/>
          </a:prstGeom>
          <a:solidFill>
            <a:srgbClr val="F0C9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252728" y="1709745"/>
            <a:ext cx="55046" cy="55046"/>
          </a:xfrm>
          <a:prstGeom prst="rect">
            <a:avLst/>
          </a:prstGeom>
          <a:solidFill>
            <a:srgbClr val="F2CFB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316736" y="1709745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1380744" y="1709745"/>
            <a:ext cx="55046" cy="55046"/>
          </a:xfrm>
          <a:prstGeom prst="rect">
            <a:avLst/>
          </a:prstGeom>
          <a:solidFill>
            <a:srgbClr val="DF8A5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1444751" y="1709745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1508760" y="1709745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Freeform 122"/>
          <p:cNvSpPr/>
          <p:nvPr/>
        </p:nvSpPr>
        <p:spPr>
          <a:xfrm>
            <a:off x="1865376" y="1499616"/>
            <a:ext cx="960120" cy="0"/>
          </a:xfrm>
          <a:custGeom>
            <a:avLst/>
            <a:gdLst/>
            <a:ahLst/>
            <a:cxnLst/>
            <a:rect l="l" t="t" r="r" b="b"/>
            <a:pathLst>
              <a:path w="960120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143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427719" y="1768815"/>
            <a:ext cx="66568" cy="96560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427719" y="1749503"/>
            <a:ext cx="66568" cy="19312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3546591" y="1730191"/>
            <a:ext cx="66568" cy="135184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3546591" y="1698004"/>
            <a:ext cx="66568" cy="32186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3665463" y="1665817"/>
            <a:ext cx="66568" cy="19955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3665463" y="1530632"/>
            <a:ext cx="66568" cy="135184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3784335" y="1688348"/>
            <a:ext cx="66568" cy="177027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3784335" y="1643286"/>
            <a:ext cx="66568" cy="45061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3903207" y="1607880"/>
            <a:ext cx="66568" cy="257495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4022079" y="1640067"/>
            <a:ext cx="66568" cy="22530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114300" y="123444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82296" y="91440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75564" y="326440"/>
            <a:ext cx="307238" cy="23774"/>
          </a:xfrm>
          <a:prstGeom prst="rect">
            <a:avLst/>
          </a:prstGeom>
          <a:solidFill>
            <a:srgbClr val="BCCB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75564" y="289864"/>
            <a:ext cx="307238" cy="23774"/>
          </a:xfrm>
          <a:prstGeom prst="rect">
            <a:avLst/>
          </a:prstGeom>
          <a:solidFill>
            <a:srgbClr val="CFDCC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75564" y="253288"/>
            <a:ext cx="307238" cy="23774"/>
          </a:xfrm>
          <a:prstGeom prst="rect">
            <a:avLst/>
          </a:prstGeom>
          <a:solidFill>
            <a:srgbClr val="EADBB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175564" y="216712"/>
            <a:ext cx="307238" cy="23774"/>
          </a:xfrm>
          <a:prstGeom prst="rect">
            <a:avLst/>
          </a:prstGeom>
          <a:solidFill>
            <a:srgbClr val="BCCB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75564" y="180136"/>
            <a:ext cx="307238" cy="23774"/>
          </a:xfrm>
          <a:prstGeom prst="rect">
            <a:avLst/>
          </a:prstGeom>
          <a:solidFill>
            <a:srgbClr val="CFDCC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2131695" y="187452"/>
            <a:ext cx="241989" cy="161848"/>
          </a:xfrm>
          <a:prstGeom prst="rect">
            <a:avLst/>
          </a:prstGeom>
          <a:noFill/>
          <a:ln w="8890">
            <a:solidFill>
              <a:srgbClr val="D9722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380744" y="639897"/>
            <a:ext cx="55046" cy="375086"/>
          </a:xfrm>
          <a:prstGeom prst="rect">
            <a:avLst/>
          </a:prstGeom>
          <a:noFill/>
          <a:ln w="1016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Freeform 142"/>
          <p:cNvSpPr/>
          <p:nvPr/>
        </p:nvSpPr>
        <p:spPr>
          <a:xfrm>
            <a:off x="3698748" y="658368"/>
            <a:ext cx="0" cy="402336"/>
          </a:xfrm>
          <a:custGeom>
            <a:avLst/>
            <a:gdLst/>
            <a:ahLst/>
            <a:cxnLst/>
            <a:rect l="l" t="t" r="r" b="b"/>
            <a:pathLst>
              <a:path h="402336">
                <a:moveTo>
                  <a:pt x="0" y="402336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D9722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1380744" y="1572768"/>
            <a:ext cx="55046" cy="192023"/>
          </a:xfrm>
          <a:prstGeom prst="rect">
            <a:avLst/>
          </a:prstGeom>
          <a:noFill/>
          <a:ln w="10160">
            <a:solidFill>
              <a:srgbClr val="A84D1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Freeform 144"/>
          <p:cNvSpPr/>
          <p:nvPr/>
        </p:nvSpPr>
        <p:spPr>
          <a:xfrm>
            <a:off x="3698748" y="1463040"/>
            <a:ext cx="0" cy="402336"/>
          </a:xfrm>
          <a:custGeom>
            <a:avLst/>
            <a:gdLst/>
            <a:ahLst/>
            <a:cxnLst/>
            <a:rect l="l" t="t" r="r" b="b"/>
            <a:pathLst>
              <a:path h="402336">
                <a:moveTo>
                  <a:pt x="0" y="402336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D9722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3442716" y="1495044"/>
            <a:ext cx="45720" cy="45720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3442716" y="1554480"/>
            <a:ext cx="45720" cy="45720"/>
          </a:xfrm>
          <a:prstGeom prst="rect">
            <a:avLst/>
          </a:prstGeom>
          <a:solidFill>
            <a:srgbClr val="F1A48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8" name="Connector 147"/>
          <p:cNvCxnSpPr/>
          <p:nvPr/>
        </p:nvCxnSpPr>
        <p:spPr>
          <a:xfrm>
            <a:off x="499393" y="268544"/>
            <a:ext cx="189933" cy="423031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49" name="Connector 148"/>
          <p:cNvCxnSpPr/>
          <p:nvPr/>
        </p:nvCxnSpPr>
        <p:spPr>
          <a:xfrm>
            <a:off x="548640" y="770382"/>
            <a:ext cx="132587" cy="0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0" name="Connector 149"/>
          <p:cNvCxnSpPr/>
          <p:nvPr/>
        </p:nvCxnSpPr>
        <p:spPr>
          <a:xfrm flipV="1">
            <a:off x="928997" y="232041"/>
            <a:ext cx="226837" cy="523469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1" name="Connector 150"/>
          <p:cNvCxnSpPr/>
          <p:nvPr/>
        </p:nvCxnSpPr>
        <p:spPr>
          <a:xfrm flipV="1">
            <a:off x="936345" y="827883"/>
            <a:ext cx="212141" cy="81593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2" name="Connector 151"/>
          <p:cNvCxnSpPr/>
          <p:nvPr/>
        </p:nvCxnSpPr>
        <p:spPr>
          <a:xfrm>
            <a:off x="929584" y="1082162"/>
            <a:ext cx="225663" cy="460003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3" name="Connector 152"/>
          <p:cNvCxnSpPr/>
          <p:nvPr/>
        </p:nvCxnSpPr>
        <p:spPr>
          <a:xfrm>
            <a:off x="1458468" y="244144"/>
            <a:ext cx="192024" cy="0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4" name="Connector 153"/>
          <p:cNvCxnSpPr/>
          <p:nvPr/>
        </p:nvCxnSpPr>
        <p:spPr>
          <a:xfrm>
            <a:off x="1676868" y="828235"/>
            <a:ext cx="84407" cy="35169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5" name="Connector 154"/>
          <p:cNvCxnSpPr/>
          <p:nvPr/>
        </p:nvCxnSpPr>
        <p:spPr>
          <a:xfrm>
            <a:off x="2252689" y="358444"/>
            <a:ext cx="174860" cy="568757"/>
          </a:xfrm>
          <a:prstGeom prst="line">
            <a:avLst/>
          </a:prstGeom>
          <a:ln w="8890">
            <a:solidFill>
              <a:srgbClr val="D9722F"/>
            </a:solidFill>
            <a:prstDash val="dash"/>
            <a:tailEnd type="triangle" w="med" len="med"/>
          </a:ln>
        </p:spPr>
      </p:cxnSp>
      <p:sp>
        <p:nvSpPr>
          <p:cNvPr id="156" name="Freeform 155"/>
          <p:cNvSpPr/>
          <p:nvPr/>
        </p:nvSpPr>
        <p:spPr>
          <a:xfrm>
            <a:off x="1997415" y="870508"/>
            <a:ext cx="0" cy="109728"/>
          </a:xfrm>
          <a:custGeom>
            <a:avLst/>
            <a:gdLst/>
            <a:ahLst/>
            <a:cxnLst/>
            <a:rect l="l" t="t" r="r" b="b"/>
            <a:pathLst>
              <a:path h="109728">
                <a:moveTo>
                  <a:pt x="0" y="109728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4F4D8A"/>
            </a:solidFill>
            <a:prstDash val="sysDot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Freeform 156"/>
          <p:cNvSpPr/>
          <p:nvPr/>
        </p:nvSpPr>
        <p:spPr>
          <a:xfrm>
            <a:off x="1997415" y="980236"/>
            <a:ext cx="153253" cy="43892"/>
          </a:xfrm>
          <a:custGeom>
            <a:avLst/>
            <a:gdLst/>
            <a:ahLst/>
            <a:cxnLst/>
            <a:rect l="l" t="t" r="r" b="b"/>
            <a:pathLst>
              <a:path w="153253" h="43892">
                <a:moveTo>
                  <a:pt x="153253" y="43892"/>
                </a:moveTo>
                <a:lnTo>
                  <a:pt x="0" y="0"/>
                </a:lnTo>
              </a:path>
            </a:pathLst>
          </a:custGeom>
          <a:noFill/>
          <a:ln w="20320">
            <a:solidFill>
              <a:srgbClr val="4F4D8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Freeform 157"/>
          <p:cNvSpPr/>
          <p:nvPr/>
        </p:nvSpPr>
        <p:spPr>
          <a:xfrm>
            <a:off x="2267529" y="707745"/>
            <a:ext cx="0" cy="310896"/>
          </a:xfrm>
          <a:custGeom>
            <a:avLst/>
            <a:gdLst/>
            <a:ahLst/>
            <a:cxnLst/>
            <a:rect l="l" t="t" r="r" b="b"/>
            <a:pathLst>
              <a:path h="310896">
                <a:moveTo>
                  <a:pt x="0" y="310896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D9722F"/>
            </a:solidFill>
            <a:prstDash val="sysDot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Freeform 158"/>
          <p:cNvSpPr/>
          <p:nvPr/>
        </p:nvSpPr>
        <p:spPr>
          <a:xfrm>
            <a:off x="2150668" y="1018641"/>
            <a:ext cx="116861" cy="5487"/>
          </a:xfrm>
          <a:custGeom>
            <a:avLst/>
            <a:gdLst/>
            <a:ahLst/>
            <a:cxnLst/>
            <a:rect l="l" t="t" r="r" b="b"/>
            <a:pathLst>
              <a:path w="116861" h="5487">
                <a:moveTo>
                  <a:pt x="0" y="5487"/>
                </a:moveTo>
                <a:lnTo>
                  <a:pt x="116861" y="0"/>
                </a:lnTo>
              </a:path>
            </a:pathLst>
          </a:custGeom>
          <a:noFill/>
          <a:ln w="2032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0" name="Connector 159"/>
          <p:cNvCxnSpPr/>
          <p:nvPr/>
        </p:nvCxnSpPr>
        <p:spPr>
          <a:xfrm>
            <a:off x="3268980" y="813816"/>
            <a:ext cx="82296" cy="0"/>
          </a:xfrm>
          <a:prstGeom prst="line">
            <a:avLst/>
          </a:prstGeom>
          <a:ln w="11430">
            <a:solidFill>
              <a:srgbClr val="52514E"/>
            </a:solidFill>
            <a:tailEnd type="triangle" w="med" len="med"/>
          </a:ln>
        </p:spPr>
      </p:cxnSp>
      <p:cxnSp>
        <p:nvCxnSpPr>
          <p:cNvPr id="161" name="Connector 160"/>
          <p:cNvCxnSpPr/>
          <p:nvPr/>
        </p:nvCxnSpPr>
        <p:spPr>
          <a:xfrm>
            <a:off x="1677923" y="1499616"/>
            <a:ext cx="118872" cy="0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sp>
        <p:nvSpPr>
          <p:cNvPr id="162" name="Freeform 161"/>
          <p:cNvSpPr/>
          <p:nvPr/>
        </p:nvSpPr>
        <p:spPr>
          <a:xfrm>
            <a:off x="1876348" y="1350994"/>
            <a:ext cx="565100" cy="118446"/>
          </a:xfrm>
          <a:custGeom>
            <a:avLst/>
            <a:gdLst/>
            <a:ahLst/>
            <a:cxnLst/>
            <a:rect l="l" t="t" r="r" b="b"/>
            <a:pathLst>
              <a:path w="565100" h="118446">
                <a:moveTo>
                  <a:pt x="565100" y="118446"/>
                </a:moveTo>
                <a:lnTo>
                  <a:pt x="540530" y="98705"/>
                </a:lnTo>
                <a:lnTo>
                  <a:pt x="515960" y="80759"/>
                </a:lnTo>
                <a:lnTo>
                  <a:pt x="491391" y="64607"/>
                </a:lnTo>
                <a:lnTo>
                  <a:pt x="466821" y="50250"/>
                </a:lnTo>
                <a:lnTo>
                  <a:pt x="442252" y="37687"/>
                </a:lnTo>
                <a:lnTo>
                  <a:pt x="417682" y="26919"/>
                </a:lnTo>
                <a:lnTo>
                  <a:pt x="393113" y="17946"/>
                </a:lnTo>
                <a:lnTo>
                  <a:pt x="368543" y="10768"/>
                </a:lnTo>
                <a:lnTo>
                  <a:pt x="343974" y="5384"/>
                </a:lnTo>
                <a:lnTo>
                  <a:pt x="319404" y="1794"/>
                </a:lnTo>
                <a:lnTo>
                  <a:pt x="294835" y="0"/>
                </a:lnTo>
                <a:lnTo>
                  <a:pt x="270265" y="0"/>
                </a:lnTo>
                <a:lnTo>
                  <a:pt x="245696" y="1794"/>
                </a:lnTo>
                <a:lnTo>
                  <a:pt x="221126" y="5384"/>
                </a:lnTo>
                <a:lnTo>
                  <a:pt x="196557" y="10768"/>
                </a:lnTo>
                <a:lnTo>
                  <a:pt x="171987" y="17946"/>
                </a:lnTo>
                <a:lnTo>
                  <a:pt x="147417" y="26919"/>
                </a:lnTo>
                <a:lnTo>
                  <a:pt x="122848" y="37687"/>
                </a:lnTo>
                <a:lnTo>
                  <a:pt x="98278" y="50250"/>
                </a:lnTo>
                <a:lnTo>
                  <a:pt x="73709" y="64607"/>
                </a:lnTo>
                <a:lnTo>
                  <a:pt x="49139" y="80759"/>
                </a:lnTo>
                <a:lnTo>
                  <a:pt x="24570" y="98705"/>
                </a:lnTo>
                <a:lnTo>
                  <a:pt x="0" y="118446"/>
                </a:lnTo>
              </a:path>
            </a:pathLst>
          </a:custGeom>
          <a:noFill/>
          <a:ln w="10414">
            <a:solidFill>
              <a:srgbClr val="EBB591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Freeform 162"/>
          <p:cNvSpPr/>
          <p:nvPr/>
        </p:nvSpPr>
        <p:spPr>
          <a:xfrm>
            <a:off x="1876348" y="1270496"/>
            <a:ext cx="949148" cy="198944"/>
          </a:xfrm>
          <a:custGeom>
            <a:avLst/>
            <a:gdLst/>
            <a:ahLst/>
            <a:cxnLst/>
            <a:rect l="l" t="t" r="r" b="b"/>
            <a:pathLst>
              <a:path w="949148" h="198944">
                <a:moveTo>
                  <a:pt x="949148" y="198944"/>
                </a:moveTo>
                <a:lnTo>
                  <a:pt x="907880" y="165787"/>
                </a:lnTo>
                <a:lnTo>
                  <a:pt x="866613" y="135644"/>
                </a:lnTo>
                <a:lnTo>
                  <a:pt x="825346" y="108515"/>
                </a:lnTo>
                <a:lnTo>
                  <a:pt x="784078" y="84401"/>
                </a:lnTo>
                <a:lnTo>
                  <a:pt x="742811" y="63301"/>
                </a:lnTo>
                <a:lnTo>
                  <a:pt x="701544" y="45215"/>
                </a:lnTo>
                <a:lnTo>
                  <a:pt x="660277" y="30143"/>
                </a:lnTo>
                <a:lnTo>
                  <a:pt x="619009" y="18086"/>
                </a:lnTo>
                <a:lnTo>
                  <a:pt x="577742" y="9043"/>
                </a:lnTo>
                <a:lnTo>
                  <a:pt x="536475" y="3014"/>
                </a:lnTo>
                <a:lnTo>
                  <a:pt x="495208" y="0"/>
                </a:lnTo>
                <a:lnTo>
                  <a:pt x="453940" y="0"/>
                </a:lnTo>
                <a:lnTo>
                  <a:pt x="412673" y="3014"/>
                </a:lnTo>
                <a:lnTo>
                  <a:pt x="371406" y="9043"/>
                </a:lnTo>
                <a:lnTo>
                  <a:pt x="330138" y="18086"/>
                </a:lnTo>
                <a:lnTo>
                  <a:pt x="288871" y="30143"/>
                </a:lnTo>
                <a:lnTo>
                  <a:pt x="247604" y="45215"/>
                </a:lnTo>
                <a:lnTo>
                  <a:pt x="206337" y="63301"/>
                </a:lnTo>
                <a:lnTo>
                  <a:pt x="165069" y="84401"/>
                </a:lnTo>
                <a:lnTo>
                  <a:pt x="123802" y="108515"/>
                </a:lnTo>
                <a:lnTo>
                  <a:pt x="82535" y="135644"/>
                </a:lnTo>
                <a:lnTo>
                  <a:pt x="41268" y="165787"/>
                </a:lnTo>
                <a:lnTo>
                  <a:pt x="0" y="198944"/>
                </a:lnTo>
              </a:path>
            </a:pathLst>
          </a:custGeom>
          <a:noFill/>
          <a:ln w="11176">
            <a:solidFill>
              <a:srgbClr val="EAB08B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Freeform 163"/>
          <p:cNvSpPr/>
          <p:nvPr/>
        </p:nvSpPr>
        <p:spPr>
          <a:xfrm>
            <a:off x="2452420" y="1431491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1938">
            <a:solidFill>
              <a:srgbClr val="E8AB84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Freeform 164"/>
          <p:cNvSpPr/>
          <p:nvPr/>
        </p:nvSpPr>
        <p:spPr>
          <a:xfrm>
            <a:off x="2068372" y="1431491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2700">
            <a:solidFill>
              <a:srgbClr val="E7A77D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Freeform 165"/>
          <p:cNvSpPr/>
          <p:nvPr/>
        </p:nvSpPr>
        <p:spPr>
          <a:xfrm>
            <a:off x="1876348" y="1431491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4224">
            <a:solidFill>
              <a:srgbClr val="E59E6F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Freeform 166"/>
          <p:cNvSpPr/>
          <p:nvPr/>
        </p:nvSpPr>
        <p:spPr>
          <a:xfrm>
            <a:off x="2260396" y="1391243"/>
            <a:ext cx="373076" cy="78197"/>
          </a:xfrm>
          <a:custGeom>
            <a:avLst/>
            <a:gdLst/>
            <a:ahLst/>
            <a:cxnLst/>
            <a:rect l="l" t="t" r="r" b="b"/>
            <a:pathLst>
              <a:path w="373076" h="78197">
                <a:moveTo>
                  <a:pt x="373076" y="78197"/>
                </a:moveTo>
                <a:lnTo>
                  <a:pt x="356855" y="65164"/>
                </a:lnTo>
                <a:lnTo>
                  <a:pt x="340634" y="53316"/>
                </a:lnTo>
                <a:lnTo>
                  <a:pt x="324414" y="42653"/>
                </a:lnTo>
                <a:lnTo>
                  <a:pt x="308193" y="33174"/>
                </a:lnTo>
                <a:lnTo>
                  <a:pt x="291972" y="24881"/>
                </a:lnTo>
                <a:lnTo>
                  <a:pt x="275752" y="17772"/>
                </a:lnTo>
                <a:lnTo>
                  <a:pt x="259531" y="11848"/>
                </a:lnTo>
                <a:lnTo>
                  <a:pt x="243310" y="7108"/>
                </a:lnTo>
                <a:lnTo>
                  <a:pt x="227090" y="3554"/>
                </a:lnTo>
                <a:lnTo>
                  <a:pt x="210869" y="1184"/>
                </a:lnTo>
                <a:lnTo>
                  <a:pt x="194648" y="0"/>
                </a:lnTo>
                <a:lnTo>
                  <a:pt x="178428" y="0"/>
                </a:lnTo>
                <a:lnTo>
                  <a:pt x="162207" y="1184"/>
                </a:lnTo>
                <a:lnTo>
                  <a:pt x="145986" y="3554"/>
                </a:lnTo>
                <a:lnTo>
                  <a:pt x="129766" y="7108"/>
                </a:lnTo>
                <a:lnTo>
                  <a:pt x="113545" y="11848"/>
                </a:lnTo>
                <a:lnTo>
                  <a:pt x="97324" y="17772"/>
                </a:lnTo>
                <a:lnTo>
                  <a:pt x="81104" y="24881"/>
                </a:lnTo>
                <a:lnTo>
                  <a:pt x="64883" y="33174"/>
                </a:lnTo>
                <a:lnTo>
                  <a:pt x="48662" y="42653"/>
                </a:lnTo>
                <a:lnTo>
                  <a:pt x="32442" y="53316"/>
                </a:lnTo>
                <a:lnTo>
                  <a:pt x="16221" y="65164"/>
                </a:lnTo>
                <a:lnTo>
                  <a:pt x="0" y="78197"/>
                </a:lnTo>
              </a:path>
            </a:pathLst>
          </a:custGeom>
          <a:noFill/>
          <a:ln w="17272">
            <a:solidFill>
              <a:srgbClr val="E08B54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Freeform 167"/>
          <p:cNvSpPr/>
          <p:nvPr/>
        </p:nvSpPr>
        <p:spPr>
          <a:xfrm>
            <a:off x="2260396" y="1431491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9558">
            <a:solidFill>
              <a:srgbClr val="DC7E40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Freeform 168"/>
          <p:cNvSpPr/>
          <p:nvPr/>
        </p:nvSpPr>
        <p:spPr>
          <a:xfrm>
            <a:off x="2260396" y="1350994"/>
            <a:ext cx="565100" cy="118446"/>
          </a:xfrm>
          <a:custGeom>
            <a:avLst/>
            <a:gdLst/>
            <a:ahLst/>
            <a:cxnLst/>
            <a:rect l="l" t="t" r="r" b="b"/>
            <a:pathLst>
              <a:path w="565100" h="118446">
                <a:moveTo>
                  <a:pt x="565100" y="118446"/>
                </a:moveTo>
                <a:lnTo>
                  <a:pt x="540530" y="98705"/>
                </a:lnTo>
                <a:lnTo>
                  <a:pt x="515960" y="80759"/>
                </a:lnTo>
                <a:lnTo>
                  <a:pt x="491391" y="64607"/>
                </a:lnTo>
                <a:lnTo>
                  <a:pt x="466821" y="50250"/>
                </a:lnTo>
                <a:lnTo>
                  <a:pt x="442252" y="37687"/>
                </a:lnTo>
                <a:lnTo>
                  <a:pt x="417682" y="26919"/>
                </a:lnTo>
                <a:lnTo>
                  <a:pt x="393113" y="17946"/>
                </a:lnTo>
                <a:lnTo>
                  <a:pt x="368543" y="10768"/>
                </a:lnTo>
                <a:lnTo>
                  <a:pt x="343974" y="5384"/>
                </a:lnTo>
                <a:lnTo>
                  <a:pt x="319404" y="1794"/>
                </a:lnTo>
                <a:lnTo>
                  <a:pt x="294835" y="0"/>
                </a:lnTo>
                <a:lnTo>
                  <a:pt x="270265" y="0"/>
                </a:lnTo>
                <a:lnTo>
                  <a:pt x="245696" y="1794"/>
                </a:lnTo>
                <a:lnTo>
                  <a:pt x="221126" y="5384"/>
                </a:lnTo>
                <a:lnTo>
                  <a:pt x="196557" y="10768"/>
                </a:lnTo>
                <a:lnTo>
                  <a:pt x="171987" y="17946"/>
                </a:lnTo>
                <a:lnTo>
                  <a:pt x="147417" y="26919"/>
                </a:lnTo>
                <a:lnTo>
                  <a:pt x="122848" y="37687"/>
                </a:lnTo>
                <a:lnTo>
                  <a:pt x="98278" y="50250"/>
                </a:lnTo>
                <a:lnTo>
                  <a:pt x="73709" y="64607"/>
                </a:lnTo>
                <a:lnTo>
                  <a:pt x="49139" y="80759"/>
                </a:lnTo>
                <a:lnTo>
                  <a:pt x="24570" y="98705"/>
                </a:lnTo>
                <a:lnTo>
                  <a:pt x="0" y="118446"/>
                </a:lnTo>
              </a:path>
            </a:pathLst>
          </a:custGeom>
          <a:noFill/>
          <a:ln w="20015">
            <a:solidFill>
              <a:srgbClr val="DB7B3C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0" name="Connector 169"/>
          <p:cNvCxnSpPr/>
          <p:nvPr/>
        </p:nvCxnSpPr>
        <p:spPr>
          <a:xfrm>
            <a:off x="2903220" y="1499616"/>
            <a:ext cx="448056" cy="0"/>
          </a:xfrm>
          <a:prstGeom prst="line">
            <a:avLst/>
          </a:prstGeom>
          <a:ln w="11430">
            <a:solidFill>
              <a:srgbClr val="52514E"/>
            </a:solidFill>
            <a:tailEnd type="triangle" w="med" len="med"/>
          </a:ln>
        </p:spPr>
      </p:cxnSp>
      <p:sp>
        <p:nvSpPr>
          <p:cNvPr id="171" name="Freeform 170"/>
          <p:cNvSpPr/>
          <p:nvPr/>
        </p:nvSpPr>
        <p:spPr>
          <a:xfrm>
            <a:off x="3724351" y="1521488"/>
            <a:ext cx="93269" cy="108082"/>
          </a:xfrm>
          <a:custGeom>
            <a:avLst/>
            <a:gdLst/>
            <a:ahLst/>
            <a:cxnLst/>
            <a:rect l="l" t="t" r="r" b="b"/>
            <a:pathLst>
              <a:path w="93269" h="108082">
                <a:moveTo>
                  <a:pt x="93269" y="108082"/>
                </a:moveTo>
                <a:lnTo>
                  <a:pt x="92270" y="100745"/>
                </a:lnTo>
                <a:lnTo>
                  <a:pt x="90993" y="93648"/>
                </a:lnTo>
                <a:lnTo>
                  <a:pt x="89439" y="86791"/>
                </a:lnTo>
                <a:lnTo>
                  <a:pt x="87607" y="80173"/>
                </a:lnTo>
                <a:lnTo>
                  <a:pt x="85497" y="73796"/>
                </a:lnTo>
                <a:lnTo>
                  <a:pt x="83109" y="67658"/>
                </a:lnTo>
                <a:lnTo>
                  <a:pt x="80443" y="61760"/>
                </a:lnTo>
                <a:lnTo>
                  <a:pt x="77499" y="56101"/>
                </a:lnTo>
                <a:lnTo>
                  <a:pt x="74278" y="50683"/>
                </a:lnTo>
                <a:lnTo>
                  <a:pt x="70778" y="45504"/>
                </a:lnTo>
                <a:lnTo>
                  <a:pt x="67001" y="40565"/>
                </a:lnTo>
                <a:lnTo>
                  <a:pt x="62946" y="35866"/>
                </a:lnTo>
                <a:lnTo>
                  <a:pt x="58613" y="31406"/>
                </a:lnTo>
                <a:lnTo>
                  <a:pt x="54002" y="27187"/>
                </a:lnTo>
                <a:lnTo>
                  <a:pt x="49113" y="23207"/>
                </a:lnTo>
                <a:lnTo>
                  <a:pt x="43946" y="19467"/>
                </a:lnTo>
                <a:lnTo>
                  <a:pt x="38502" y="15966"/>
                </a:lnTo>
                <a:lnTo>
                  <a:pt x="32780" y="12706"/>
                </a:lnTo>
                <a:lnTo>
                  <a:pt x="26779" y="9685"/>
                </a:lnTo>
                <a:lnTo>
                  <a:pt x="20501" y="6904"/>
                </a:lnTo>
                <a:lnTo>
                  <a:pt x="13945" y="4363"/>
                </a:lnTo>
                <a:lnTo>
                  <a:pt x="7111" y="2062"/>
                </a:lnTo>
                <a:lnTo>
                  <a:pt x="0" y="0"/>
                </a:lnTo>
              </a:path>
            </a:pathLst>
          </a:custGeom>
          <a:noFill/>
          <a:ln w="16129">
            <a:solidFill>
              <a:srgbClr val="E59F72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Freeform 171"/>
          <p:cNvSpPr/>
          <p:nvPr/>
        </p:nvSpPr>
        <p:spPr>
          <a:xfrm>
            <a:off x="3724351" y="1507675"/>
            <a:ext cx="212140" cy="86489"/>
          </a:xfrm>
          <a:custGeom>
            <a:avLst/>
            <a:gdLst/>
            <a:ahLst/>
            <a:cxnLst/>
            <a:rect l="l" t="t" r="r" b="b"/>
            <a:pathLst>
              <a:path w="212140" h="86489">
                <a:moveTo>
                  <a:pt x="212140" y="86489"/>
                </a:moveTo>
                <a:lnTo>
                  <a:pt x="205335" y="76272"/>
                </a:lnTo>
                <a:lnTo>
                  <a:pt x="198310" y="66695"/>
                </a:lnTo>
                <a:lnTo>
                  <a:pt x="191064" y="57761"/>
                </a:lnTo>
                <a:lnTo>
                  <a:pt x="183599" y="49468"/>
                </a:lnTo>
                <a:lnTo>
                  <a:pt x="175915" y="41817"/>
                </a:lnTo>
                <a:lnTo>
                  <a:pt x="168010" y="34807"/>
                </a:lnTo>
                <a:lnTo>
                  <a:pt x="159886" y="28439"/>
                </a:lnTo>
                <a:lnTo>
                  <a:pt x="151541" y="22713"/>
                </a:lnTo>
                <a:lnTo>
                  <a:pt x="142977" y="17628"/>
                </a:lnTo>
                <a:lnTo>
                  <a:pt x="134193" y="13185"/>
                </a:lnTo>
                <a:lnTo>
                  <a:pt x="125190" y="9383"/>
                </a:lnTo>
                <a:lnTo>
                  <a:pt x="115966" y="6223"/>
                </a:lnTo>
                <a:lnTo>
                  <a:pt x="106523" y="3705"/>
                </a:lnTo>
                <a:lnTo>
                  <a:pt x="96860" y="1829"/>
                </a:lnTo>
                <a:lnTo>
                  <a:pt x="86977" y="594"/>
                </a:lnTo>
                <a:lnTo>
                  <a:pt x="76874" y="0"/>
                </a:lnTo>
                <a:lnTo>
                  <a:pt x="66551" y="49"/>
                </a:lnTo>
                <a:lnTo>
                  <a:pt x="56009" y="739"/>
                </a:lnTo>
                <a:lnTo>
                  <a:pt x="45247" y="2070"/>
                </a:lnTo>
                <a:lnTo>
                  <a:pt x="34265" y="4043"/>
                </a:lnTo>
                <a:lnTo>
                  <a:pt x="23063" y="6658"/>
                </a:lnTo>
                <a:lnTo>
                  <a:pt x="11641" y="9915"/>
                </a:lnTo>
                <a:lnTo>
                  <a:pt x="0" y="13813"/>
                </a:lnTo>
              </a:path>
            </a:pathLst>
          </a:custGeom>
          <a:noFill/>
          <a:ln w="19684">
            <a:solidFill>
              <a:srgbClr val="E18E59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Freeform 172"/>
          <p:cNvSpPr/>
          <p:nvPr/>
        </p:nvSpPr>
        <p:spPr>
          <a:xfrm>
            <a:off x="3724351" y="1488881"/>
            <a:ext cx="331013" cy="137470"/>
          </a:xfrm>
          <a:custGeom>
            <a:avLst/>
            <a:gdLst/>
            <a:ahLst/>
            <a:cxnLst/>
            <a:rect l="l" t="t" r="r" b="b"/>
            <a:pathLst>
              <a:path w="331013" h="137470">
                <a:moveTo>
                  <a:pt x="331013" y="137470"/>
                </a:moveTo>
                <a:lnTo>
                  <a:pt x="320633" y="120246"/>
                </a:lnTo>
                <a:lnTo>
                  <a:pt x="309888" y="104173"/>
                </a:lnTo>
                <a:lnTo>
                  <a:pt x="298779" y="89252"/>
                </a:lnTo>
                <a:lnTo>
                  <a:pt x="287305" y="75482"/>
                </a:lnTo>
                <a:lnTo>
                  <a:pt x="275467" y="62863"/>
                </a:lnTo>
                <a:lnTo>
                  <a:pt x="263263" y="51396"/>
                </a:lnTo>
                <a:lnTo>
                  <a:pt x="250695" y="41080"/>
                </a:lnTo>
                <a:lnTo>
                  <a:pt x="237762" y="31915"/>
                </a:lnTo>
                <a:lnTo>
                  <a:pt x="224465" y="23902"/>
                </a:lnTo>
                <a:lnTo>
                  <a:pt x="210802" y="17040"/>
                </a:lnTo>
                <a:lnTo>
                  <a:pt x="196775" y="11329"/>
                </a:lnTo>
                <a:lnTo>
                  <a:pt x="182383" y="6770"/>
                </a:lnTo>
                <a:lnTo>
                  <a:pt x="167627" y="3362"/>
                </a:lnTo>
                <a:lnTo>
                  <a:pt x="152505" y="1105"/>
                </a:lnTo>
                <a:lnTo>
                  <a:pt x="137019" y="0"/>
                </a:lnTo>
                <a:lnTo>
                  <a:pt x="121168" y="46"/>
                </a:lnTo>
                <a:lnTo>
                  <a:pt x="104953" y="1244"/>
                </a:lnTo>
                <a:lnTo>
                  <a:pt x="88372" y="3593"/>
                </a:lnTo>
                <a:lnTo>
                  <a:pt x="71427" y="7093"/>
                </a:lnTo>
                <a:lnTo>
                  <a:pt x="54118" y="11744"/>
                </a:lnTo>
                <a:lnTo>
                  <a:pt x="36443" y="17547"/>
                </a:lnTo>
                <a:lnTo>
                  <a:pt x="18404" y="24501"/>
                </a:lnTo>
                <a:lnTo>
                  <a:pt x="0" y="32607"/>
                </a:lnTo>
              </a:path>
            </a:pathLst>
          </a:custGeom>
          <a:noFill/>
          <a:ln w="23240">
            <a:solidFill>
              <a:srgbClr val="DC7D40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" name="Connector 173"/>
          <p:cNvCxnSpPr/>
          <p:nvPr/>
        </p:nvCxnSpPr>
        <p:spPr>
          <a:xfrm>
            <a:off x="3538728" y="1133856"/>
            <a:ext cx="0" cy="196596"/>
          </a:xfrm>
          <a:prstGeom prst="line">
            <a:avLst/>
          </a:prstGeom>
          <a:ln w="13970">
            <a:solidFill>
              <a:srgbClr val="52514E"/>
            </a:solidFill>
            <a:tailEnd type="triangle" w="med" len="med"/>
          </a:ln>
        </p:spPr>
      </p:cxnSp>
      <p:cxnSp>
        <p:nvCxnSpPr>
          <p:cNvPr id="175" name="Connector 174"/>
          <p:cNvCxnSpPr/>
          <p:nvPr/>
        </p:nvCxnSpPr>
        <p:spPr>
          <a:xfrm flipH="1" flipV="1">
            <a:off x="1997415" y="870508"/>
            <a:ext cx="153253" cy="153620"/>
          </a:xfrm>
          <a:prstGeom prst="line">
            <a:avLst/>
          </a:prstGeom>
          <a:ln w="11430">
            <a:solidFill>
              <a:srgbClr val="4F4D8A"/>
            </a:solidFill>
            <a:tailEnd type="triangle" w="med" len="med"/>
          </a:ln>
        </p:spPr>
      </p:cxnSp>
      <p:cxnSp>
        <p:nvCxnSpPr>
          <p:cNvPr id="176" name="Connector 175"/>
          <p:cNvCxnSpPr/>
          <p:nvPr/>
        </p:nvCxnSpPr>
        <p:spPr>
          <a:xfrm flipV="1">
            <a:off x="2150668" y="707745"/>
            <a:ext cx="116861" cy="316383"/>
          </a:xfrm>
          <a:prstGeom prst="line">
            <a:avLst/>
          </a:prstGeom>
          <a:ln w="11430">
            <a:solidFill>
              <a:srgbClr val="D9722F"/>
            </a:solidFill>
            <a:tailEnd type="triangle" w="med" len="med"/>
          </a:ln>
        </p:spPr>
      </p:cxnSp>
      <p:sp>
        <p:nvSpPr>
          <p:cNvPr id="177" name="Oval 176"/>
          <p:cNvSpPr/>
          <p:nvPr/>
        </p:nvSpPr>
        <p:spPr>
          <a:xfrm>
            <a:off x="3912717" y="738286"/>
            <a:ext cx="47548" cy="47548"/>
          </a:xfrm>
          <a:prstGeom prst="ellipse">
            <a:avLst/>
          </a:prstGeom>
          <a:solidFill>
            <a:srgbClr val="4F4D8A"/>
          </a:solidFill>
          <a:ln w="76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835200" y="1469440"/>
            <a:ext cx="60350" cy="60350"/>
          </a:xfrm>
          <a:prstGeom prst="ellipse">
            <a:avLst/>
          </a:prstGeom>
          <a:solidFill>
            <a:srgbClr val="BCCBE3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2027224" y="1469440"/>
            <a:ext cx="60350" cy="60350"/>
          </a:xfrm>
          <a:prstGeom prst="ellipse">
            <a:avLst/>
          </a:prstGeom>
          <a:solidFill>
            <a:srgbClr val="CFDCC3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2219248" y="1469440"/>
            <a:ext cx="60350" cy="60350"/>
          </a:xfrm>
          <a:prstGeom prst="ellipse">
            <a:avLst/>
          </a:prstGeom>
          <a:solidFill>
            <a:srgbClr val="BCCBE3"/>
          </a:solidFill>
          <a:ln w="1270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2411272" y="1469440"/>
            <a:ext cx="60350" cy="60350"/>
          </a:xfrm>
          <a:prstGeom prst="ellipse">
            <a:avLst/>
          </a:prstGeom>
          <a:solidFill>
            <a:srgbClr val="EADBB4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2603296" y="1469440"/>
            <a:ext cx="60350" cy="60350"/>
          </a:xfrm>
          <a:prstGeom prst="ellipse">
            <a:avLst/>
          </a:prstGeom>
          <a:solidFill>
            <a:srgbClr val="CFDCC3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2795320" y="1469440"/>
            <a:ext cx="60350" cy="60350"/>
          </a:xfrm>
          <a:prstGeom prst="ellipse">
            <a:avLst/>
          </a:prstGeom>
          <a:solidFill>
            <a:srgbClr val="EADBB4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Freeform 183"/>
          <p:cNvSpPr/>
          <p:nvPr/>
        </p:nvSpPr>
        <p:spPr>
          <a:xfrm>
            <a:off x="3673144" y="1459309"/>
            <a:ext cx="51207" cy="45720"/>
          </a:xfrm>
          <a:custGeom>
            <a:avLst/>
            <a:gdLst/>
            <a:ahLst/>
            <a:cxnLst/>
            <a:rect l="l" t="t" r="r" b="b"/>
            <a:pathLst>
              <a:path w="51207" h="45720">
                <a:moveTo>
                  <a:pt x="0" y="45720"/>
                </a:moveTo>
                <a:lnTo>
                  <a:pt x="51207" y="45720"/>
                </a:lnTo>
                <a:lnTo>
                  <a:pt x="25604" y="0"/>
                </a:lnTo>
                <a:close/>
              </a:path>
            </a:pathLst>
          </a:custGeom>
          <a:solidFill>
            <a:srgbClr val="D9722F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2141524" y="1014984"/>
            <a:ext cx="18288" cy="18288"/>
          </a:xfrm>
          <a:prstGeom prst="ellipse">
            <a:avLst/>
          </a:prstGeom>
          <a:solidFill>
            <a:srgbClr val="0B0B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-72237" y="4000"/>
            <a:ext cx="802843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40" b="0" i="0">
                <a:solidFill>
                  <a:srgbClr val="0B0B0B"/>
                </a:solidFill>
                <a:latin typeface="Times New Roman"/>
              </a:rPr>
              <a:t>reference failures 𝒟</a:t>
            </a:r>
            <a:r>
              <a:rPr sz="540" b="0" i="0" baseline="-25000">
                <a:solidFill>
                  <a:srgbClr val="0B0B0B"/>
                </a:solidFill>
                <a:latin typeface="Times New Roman"/>
              </a:rPr>
              <a:t>fail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-29946" y="420052"/>
            <a:ext cx="645109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40" b="0" i="0">
                <a:solidFill>
                  <a:srgbClr val="0B0B0B"/>
                </a:solidFill>
                <a:latin typeface="Times New Roman"/>
              </a:rPr>
              <a:t>failed trajectory </a:t>
            </a:r>
            <a:r>
              <a:rPr sz="540" b="0" i="1">
                <a:solidFill>
                  <a:srgbClr val="0B0B0B"/>
                </a:solidFill>
                <a:latin typeface="Times New Roman"/>
              </a:rPr>
              <a:t>τ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0584" y="545782"/>
            <a:ext cx="108813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1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38531" y="550068"/>
            <a:ext cx="246100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A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0584" y="724090"/>
            <a:ext cx="108813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2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38531" y="728376"/>
            <a:ext cx="246100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B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00584" y="902398"/>
            <a:ext cx="108813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3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38531" y="906684"/>
            <a:ext cx="246100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A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0584" y="1080706"/>
            <a:ext cx="108813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4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38531" y="1084992"/>
            <a:ext cx="246100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C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00584" y="1259014"/>
            <a:ext cx="108813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5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38531" y="1263300"/>
            <a:ext cx="246100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B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0584" y="1437322"/>
            <a:ext cx="108813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6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38531" y="1441608"/>
            <a:ext cx="246100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C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48640" y="898969"/>
            <a:ext cx="113487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58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4487" y="1603057"/>
            <a:ext cx="39624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" b="0" i="0">
                <a:solidFill>
                  <a:srgbClr val="B23A1F"/>
                </a:solidFill>
                <a:latin typeface="Times New Roman"/>
              </a:rPr>
              <a:t>✗ task fails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58634" y="800957"/>
            <a:ext cx="101218" cy="1628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2D4B6E"/>
                </a:solidFill>
                <a:latin typeface="Times New Roman"/>
              </a:rPr>
              <a:t>ℳ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98753" y="976693"/>
            <a:ext cx="22098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" b="0" i="0">
                <a:solidFill>
                  <a:srgbClr val="2D4B6E"/>
                </a:solidFill>
                <a:latin typeface="Times New Roman"/>
              </a:rPr>
              <a:t>frozen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13359" y="1063561"/>
            <a:ext cx="19177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" b="0" i="0">
                <a:solidFill>
                  <a:srgbClr val="2D4B6E"/>
                </a:solidFill>
                <a:latin typeface="Times New Roman"/>
              </a:rPr>
              <a:t>proxy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62825" y="698658"/>
            <a:ext cx="83693" cy="11144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8AC0"/>
                </a:solidFill>
                <a:latin typeface="Times New Roman"/>
              </a:rPr>
              <a:t>❄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5182" y="361759"/>
            <a:ext cx="79603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80" b="0" i="1">
                <a:solidFill>
                  <a:srgbClr val="0B0B0B"/>
                </a:solidFill>
                <a:latin typeface="Times New Roman"/>
              </a:rPr>
              <a:t>R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99388" y="750379"/>
            <a:ext cx="113487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8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580" b="0" i="1" baseline="-25000">
                <a:solidFill>
                  <a:srgbClr val="0B0B0B"/>
                </a:solidFill>
                <a:latin typeface="Times New Roman"/>
              </a:rPr>
              <a:t>t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07643" y="1475898"/>
            <a:ext cx="303352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0">
                <a:solidFill>
                  <a:srgbClr val="0B0B0B"/>
                </a:solidFill>
                <a:latin typeface="Times New Roman"/>
              </a:rPr>
              <a:t>attention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225296" y="32004"/>
            <a:ext cx="9804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40" b="1" i="0">
                <a:solidFill>
                  <a:srgbClr val="0B0B0B"/>
                </a:solidFill>
                <a:latin typeface="Times New Roman"/>
              </a:rPr>
              <a:t>(1) Fit the spectral band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86052" y="144703"/>
            <a:ext cx="136855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20" b="0" i="0">
                <a:solidFill>
                  <a:srgbClr val="0B0B0B"/>
                </a:solidFill>
                <a:latin typeface="Times New Roman"/>
              </a:rPr>
              <a:t>SVD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395401" y="132016"/>
            <a:ext cx="392734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40" b="0" i="0">
                <a:solidFill>
                  <a:srgbClr val="D9722F"/>
                </a:solidFill>
                <a:latin typeface="Times New Roman"/>
              </a:rPr>
              <a:t>keep band 𝒞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463747" y="68580"/>
            <a:ext cx="213969" cy="82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80" b="0" i="0">
                <a:solidFill>
                  <a:srgbClr val="D9722F"/>
                </a:solidFill>
                <a:latin typeface="Times New Roman"/>
              </a:rPr>
              <a:t>errors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631387" y="68580"/>
            <a:ext cx="438302" cy="82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80" b="0" i="0">
                <a:solidFill>
                  <a:srgbClr val="4F4D8A"/>
                </a:solidFill>
                <a:latin typeface="Times New Roman"/>
              </a:rPr>
              <a:t>ordinary steps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617442" y="328326"/>
            <a:ext cx="217474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π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𝒞</a:t>
            </a:r>
            <a:r>
              <a:rPr sz="490" b="0" i="0">
                <a:solidFill>
                  <a:srgbClr val="8A887F"/>
                </a:solidFill>
                <a:latin typeface="Times New Roman"/>
              </a:rPr>
              <a:t>(</a:t>
            </a:r>
            <a:r>
              <a:rPr sz="490" b="0" i="1">
                <a:solidFill>
                  <a:srgbClr val="8A887F"/>
                </a:solidFill>
                <a:latin typeface="Times New Roman"/>
              </a:rPr>
              <a:t>v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t</a:t>
            </a:r>
            <a:r>
              <a:rPr sz="490" b="0" i="0">
                <a:solidFill>
                  <a:srgbClr val="8A887F"/>
                </a:solidFill>
                <a:latin typeface="Times New Roman"/>
              </a:rPr>
              <a:t>)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225296" y="438912"/>
            <a:ext cx="905662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40" b="1" i="0">
                <a:solidFill>
                  <a:srgbClr val="0B0B0B"/>
                </a:solidFill>
                <a:latin typeface="Times New Roman"/>
              </a:rPr>
              <a:t>(2) Spectral base score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356197" y="553326"/>
            <a:ext cx="10414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50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321269" y="489775"/>
            <a:ext cx="79603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" b="0" i="0">
                <a:solidFill>
                  <a:srgbClr val="D9722F"/>
                </a:solidFill>
                <a:latin typeface="Times New Roman"/>
              </a:rPr>
              <a:t>𝒞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795612" y="781926"/>
            <a:ext cx="36703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" b="0" i="0">
                <a:solidFill>
                  <a:srgbClr val="4F4D8A"/>
                </a:solidFill>
                <a:latin typeface="Times New Roman"/>
              </a:rPr>
              <a:t>ordinary </a:t>
            </a:r>
            <a:r>
              <a:rPr sz="500" b="0" i="1">
                <a:solidFill>
                  <a:srgbClr val="4F4D8A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4F4D8A"/>
                </a:solidFill>
                <a:latin typeface="Times New Roman"/>
              </a:rPr>
              <a:t>t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828800" y="994695"/>
            <a:ext cx="256032" cy="77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 b="0" i="1">
                <a:solidFill>
                  <a:srgbClr val="4F4D8A"/>
                </a:solidFill>
                <a:latin typeface="Times New Roman"/>
              </a:rPr>
              <a:t>π</a:t>
            </a:r>
            <a:r>
              <a:rPr sz="450" b="0" i="1" baseline="-25000">
                <a:solidFill>
                  <a:srgbClr val="4F4D8A"/>
                </a:solidFill>
                <a:latin typeface="Times New Roman"/>
              </a:rPr>
              <a:t>𝒞</a:t>
            </a:r>
            <a:r>
              <a:rPr sz="450" b="0" i="0">
                <a:solidFill>
                  <a:srgbClr val="4F4D8A"/>
                </a:solidFill>
                <a:latin typeface="Times New Roman"/>
              </a:rPr>
              <a:t> large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723461" y="619163"/>
            <a:ext cx="57150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500" b="0" i="0">
                <a:solidFill>
                  <a:srgbClr val="D9722F"/>
                </a:solidFill>
                <a:latin typeface="Times New Roman"/>
              </a:rPr>
              <a:t>decisive error </a:t>
            </a:r>
            <a:r>
              <a:rPr sz="500" b="0" i="1">
                <a:solidFill>
                  <a:srgbClr val="D9722F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D9722F"/>
                </a:solidFill>
                <a:latin typeface="Times New Roman"/>
              </a:rPr>
              <a:t>t*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294961" y="982922"/>
            <a:ext cx="265379" cy="805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70" b="0" i="1">
                <a:solidFill>
                  <a:srgbClr val="D9722F"/>
                </a:solidFill>
                <a:latin typeface="Times New Roman"/>
              </a:rPr>
              <a:t>π</a:t>
            </a:r>
            <a:r>
              <a:rPr sz="470" b="0" i="1" baseline="-25000">
                <a:solidFill>
                  <a:srgbClr val="D9722F"/>
                </a:solidFill>
                <a:latin typeface="Times New Roman"/>
              </a:rPr>
              <a:t>𝒞</a:t>
            </a:r>
            <a:r>
              <a:rPr sz="470" b="0" i="0">
                <a:solidFill>
                  <a:srgbClr val="D9722F"/>
                </a:solidFill>
                <a:latin typeface="Times New Roman"/>
              </a:rPr>
              <a:t> small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966950" y="1057103"/>
            <a:ext cx="217474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0">
                <a:solidFill>
                  <a:srgbClr val="D9722F"/>
                </a:solidFill>
                <a:latin typeface="Times New Roman"/>
              </a:rPr>
              <a:t>band 𝒞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551176" y="652081"/>
            <a:ext cx="100965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b="0" i="1">
                <a:solidFill>
                  <a:srgbClr val="0B0B0B"/>
                </a:solidFill>
                <a:latin typeface="Times New Roman"/>
              </a:rPr>
              <a:t>π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𝒞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50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) = (1/|𝒞|) Σ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c∈𝒞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 ⟨</a:t>
            </a:r>
            <a:r>
              <a:rPr sz="50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, </a:t>
            </a:r>
            <a:r>
              <a:rPr sz="50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:,c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⟩</a:t>
            </a:r>
            <a:r>
              <a:rPr sz="500" b="0" i="0" baseline="30000">
                <a:solidFill>
                  <a:srgbClr val="0B0B0B"/>
                </a:solidFill>
                <a:latin typeface="Times New Roman"/>
              </a:rPr>
              <a:t>2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551176" y="862965"/>
            <a:ext cx="886968" cy="1028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60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0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) = 1 / (</a:t>
            </a:r>
            <a:r>
              <a:rPr sz="600" b="0" i="1">
                <a:solidFill>
                  <a:srgbClr val="0B0B0B"/>
                </a:solidFill>
                <a:latin typeface="Times New Roman"/>
              </a:rPr>
              <a:t>π</a:t>
            </a:r>
            <a:r>
              <a:rPr sz="600" b="0" i="1" baseline="-25000">
                <a:solidFill>
                  <a:srgbClr val="0B0B0B"/>
                </a:solidFill>
                <a:latin typeface="Times New Roman"/>
              </a:rPr>
              <a:t>𝒞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60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60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) + </a:t>
            </a:r>
            <a:r>
              <a:rPr sz="600" b="0" i="1">
                <a:solidFill>
                  <a:srgbClr val="0B0B0B"/>
                </a:solidFill>
                <a:latin typeface="Times New Roman"/>
              </a:rPr>
              <a:t>ε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)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3405428" y="1076706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1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524300" y="1076706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643172" y="1076706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3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762044" y="1076706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4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3880916" y="1076706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5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999788" y="1076706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6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3721608" y="685800"/>
            <a:ext cx="106476" cy="891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52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52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3401568" y="563499"/>
            <a:ext cx="197612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)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704539" y="566928"/>
            <a:ext cx="410260" cy="82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80" b="0" i="0">
                <a:solidFill>
                  <a:srgbClr val="4F4D8A"/>
                </a:solidFill>
                <a:latin typeface="Times New Roman"/>
              </a:rPr>
              <a:t>argmax </a:t>
            </a:r>
            <a:r>
              <a:rPr sz="480" b="0" i="1">
                <a:solidFill>
                  <a:srgbClr val="4F4D8A"/>
                </a:solidFill>
                <a:latin typeface="Times New Roman"/>
              </a:rPr>
              <a:t>S</a:t>
            </a:r>
            <a:r>
              <a:rPr sz="480" b="0" i="0">
                <a:solidFill>
                  <a:srgbClr val="4F4D8A"/>
                </a:solidFill>
                <a:latin typeface="Times New Roman"/>
              </a:rPr>
              <a:t> ≠ </a:t>
            </a:r>
            <a:r>
              <a:rPr sz="480" b="0" i="1">
                <a:solidFill>
                  <a:srgbClr val="4F4D8A"/>
                </a:solidFill>
                <a:latin typeface="Times New Roman"/>
              </a:rPr>
              <a:t>t</a:t>
            </a:r>
            <a:r>
              <a:rPr sz="480" b="0" i="0" baseline="30000">
                <a:solidFill>
                  <a:srgbClr val="4F4D8A"/>
                </a:solidFill>
                <a:latin typeface="Times New Roman"/>
              </a:rPr>
              <a:t>*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225296" y="1252728"/>
            <a:ext cx="1167384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40" b="1" i="0">
                <a:solidFill>
                  <a:srgbClr val="0B0B0B"/>
                </a:solidFill>
                <a:latin typeface="Times New Roman"/>
              </a:rPr>
              <a:t>(3) Attention-guided rescoring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318224" y="1763763"/>
            <a:ext cx="180085" cy="7886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9" b="0" i="1">
                <a:solidFill>
                  <a:srgbClr val="D9722F"/>
                </a:solidFill>
                <a:latin typeface="Times New Roman"/>
              </a:rPr>
              <a:t>i</a:t>
            </a:r>
            <a:r>
              <a:rPr sz="459" b="0" i="0">
                <a:solidFill>
                  <a:srgbClr val="D9722F"/>
                </a:solidFill>
                <a:latin typeface="Times New Roman"/>
              </a:rPr>
              <a:t> = 3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087729" y="1825371"/>
            <a:ext cx="714044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20" b="0" i="0">
                <a:solidFill>
                  <a:srgbClr val="0B0B0B"/>
                </a:solidFill>
                <a:latin typeface="Times New Roman"/>
              </a:rPr>
              <a:t>attention weights 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w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i,t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813890" y="1528933"/>
            <a:ext cx="102971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1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2005914" y="1528933"/>
            <a:ext cx="102971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2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197938" y="1528933"/>
            <a:ext cx="102971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3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2389962" y="1528933"/>
            <a:ext cx="102971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4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581986" y="1528933"/>
            <a:ext cx="102971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5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774010" y="1528933"/>
            <a:ext cx="102971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6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276856" y="1528933"/>
            <a:ext cx="160223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90" b="0" i="0">
                <a:solidFill>
                  <a:srgbClr val="D9722F"/>
                </a:solidFill>
                <a:latin typeface="Times New Roman"/>
              </a:rPr>
              <a:t>= </a:t>
            </a:r>
            <a:r>
              <a:rPr sz="49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49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847088" y="1645920"/>
            <a:ext cx="79349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40" b="0" i="1">
                <a:solidFill>
                  <a:srgbClr val="0B0B0B"/>
                </a:solidFill>
                <a:latin typeface="Times New Roman"/>
              </a:rPr>
              <a:t>S̃</a:t>
            </a:r>
            <a:r>
              <a:rPr sz="64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6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40" b="0" i="1" baseline="-25000">
                <a:solidFill>
                  <a:srgbClr val="0B0B0B"/>
                </a:solidFill>
                <a:latin typeface="Times New Roman"/>
              </a:rPr>
              <a:t>i</a:t>
            </a:r>
            <a:r>
              <a:rPr sz="640" b="0" i="0">
                <a:solidFill>
                  <a:srgbClr val="0B0B0B"/>
                </a:solidFill>
                <a:latin typeface="Times New Roman"/>
              </a:rPr>
              <a:t>) = </a:t>
            </a:r>
            <a:r>
              <a:rPr sz="6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4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6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40" b="0" i="1" baseline="-25000">
                <a:solidFill>
                  <a:srgbClr val="0B0B0B"/>
                </a:solidFill>
                <a:latin typeface="Times New Roman"/>
              </a:rPr>
              <a:t>i</a:t>
            </a:r>
            <a:r>
              <a:rPr sz="640" b="0" i="0">
                <a:solidFill>
                  <a:srgbClr val="0B0B0B"/>
                </a:solidFill>
                <a:latin typeface="Times New Roman"/>
              </a:rPr>
              <a:t>) + </a:t>
            </a:r>
            <a:r>
              <a:rPr sz="640" b="0" i="1">
                <a:solidFill>
                  <a:srgbClr val="0B0B0B"/>
                </a:solidFill>
                <a:latin typeface="Times New Roman"/>
              </a:rPr>
              <a:t>γB</a:t>
            </a:r>
            <a:r>
              <a:rPr sz="640" b="0" i="1" baseline="-25000">
                <a:solidFill>
                  <a:srgbClr val="0B0B0B"/>
                </a:solidFill>
                <a:latin typeface="Times New Roman"/>
              </a:rPr>
              <a:t>i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1847088" y="1797939"/>
            <a:ext cx="1017828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20" b="0" i="1">
                <a:solidFill>
                  <a:srgbClr val="0B0B0B"/>
                </a:solidFill>
                <a:latin typeface="Times New Roman"/>
              </a:rPr>
              <a:t>B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 = Σ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t&gt;i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 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w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i,t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 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) / Σ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t&gt;i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 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w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i,t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405428" y="1881378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1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524300" y="1881378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2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3643172" y="1881378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3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3762044" y="1881378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4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3880916" y="1881378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5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3999788" y="1881378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6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782822" y="1297590"/>
            <a:ext cx="331978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1">
                <a:solidFill>
                  <a:srgbClr val="D9722F"/>
                </a:solidFill>
                <a:latin typeface="Times New Roman"/>
              </a:rPr>
              <a:t>w</a:t>
            </a:r>
            <a:r>
              <a:rPr sz="490" b="0" i="1" baseline="-25000">
                <a:solidFill>
                  <a:srgbClr val="D9722F"/>
                </a:solidFill>
                <a:latin typeface="Times New Roman"/>
              </a:rPr>
              <a:t>3,t</a:t>
            </a:r>
            <a:r>
              <a:rPr sz="490" b="0" i="0">
                <a:solidFill>
                  <a:srgbClr val="D9722F"/>
                </a:solidFill>
                <a:latin typeface="Times New Roman"/>
              </a:rPr>
              <a:t> </a:t>
            </a:r>
            <a:r>
              <a:rPr sz="490" b="0" i="1">
                <a:solidFill>
                  <a:srgbClr val="D9722F"/>
                </a:solidFill>
                <a:latin typeface="Times New Roman"/>
              </a:rPr>
              <a:t>S</a:t>
            </a:r>
            <a:r>
              <a:rPr sz="490" b="0" i="0">
                <a:solidFill>
                  <a:srgbClr val="D9722F"/>
                </a:solidFill>
                <a:latin typeface="Times New Roman"/>
              </a:rPr>
              <a:t>(</a:t>
            </a:r>
            <a:r>
              <a:rPr sz="490" b="0" i="1">
                <a:solidFill>
                  <a:srgbClr val="D9722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D9722F"/>
                </a:solidFill>
                <a:latin typeface="Times New Roman"/>
              </a:rPr>
              <a:t>t</a:t>
            </a:r>
            <a:r>
              <a:rPr sz="490" b="0" i="0">
                <a:solidFill>
                  <a:srgbClr val="D9722F"/>
                </a:solidFill>
                <a:latin typeface="Times New Roman"/>
              </a:rPr>
              <a:t>)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3569563" y="1368171"/>
            <a:ext cx="258368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20" b="0" i="1">
                <a:solidFill>
                  <a:srgbClr val="D9722F"/>
                </a:solidFill>
                <a:latin typeface="Times New Roman"/>
              </a:rPr>
              <a:t>t̂</a:t>
            </a:r>
            <a:r>
              <a:rPr sz="520" b="0" i="0">
                <a:solidFill>
                  <a:srgbClr val="D9722F"/>
                </a:solidFill>
                <a:latin typeface="Times New Roman"/>
              </a:rPr>
              <a:t> = </a:t>
            </a:r>
            <a:r>
              <a:rPr sz="52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52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3506724" y="1477613"/>
            <a:ext cx="183007" cy="805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70" b="0" i="1">
                <a:solidFill>
                  <a:srgbClr val="52514E"/>
                </a:solidFill>
                <a:latin typeface="Times New Roman"/>
              </a:rPr>
              <a:t>S</a:t>
            </a:r>
            <a:r>
              <a:rPr sz="470" b="0" i="0">
                <a:solidFill>
                  <a:srgbClr val="52514E"/>
                </a:solidFill>
                <a:latin typeface="Times New Roman"/>
              </a:rPr>
              <a:t>(</a:t>
            </a:r>
            <a:r>
              <a:rPr sz="470" b="0" i="1">
                <a:solidFill>
                  <a:srgbClr val="52514E"/>
                </a:solidFill>
                <a:latin typeface="Times New Roman"/>
              </a:rPr>
              <a:t>s</a:t>
            </a:r>
            <a:r>
              <a:rPr sz="470" b="0" i="1" baseline="-25000">
                <a:solidFill>
                  <a:srgbClr val="52514E"/>
                </a:solidFill>
                <a:latin typeface="Times New Roman"/>
              </a:rPr>
              <a:t>i</a:t>
            </a:r>
            <a:r>
              <a:rPr sz="470" b="0" i="0">
                <a:solidFill>
                  <a:srgbClr val="52514E"/>
                </a:solidFill>
                <a:latin typeface="Times New Roman"/>
              </a:rPr>
              <a:t>)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506724" y="1537049"/>
            <a:ext cx="128092" cy="805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70" b="0" i="1">
                <a:solidFill>
                  <a:srgbClr val="52514E"/>
                </a:solidFill>
                <a:latin typeface="Times New Roman"/>
              </a:rPr>
              <a:t>γB</a:t>
            </a:r>
            <a:r>
              <a:rPr sz="470" b="0" i="1" baseline="-25000">
                <a:solidFill>
                  <a:srgbClr val="52514E"/>
                </a:solidFill>
                <a:latin typeface="Times New Roman"/>
              </a:rPr>
              <a:t>i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3401568" y="1368171"/>
            <a:ext cx="227990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20" b="0" i="1">
                <a:solidFill>
                  <a:srgbClr val="0B0B0B"/>
                </a:solidFill>
                <a:latin typeface="Times New Roman"/>
              </a:rPr>
              <a:t>S̃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)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3288284" y="1159002"/>
            <a:ext cx="209295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560" b="0" i="0">
                <a:solidFill>
                  <a:srgbClr val="0B0B0B"/>
                </a:solidFill>
                <a:latin typeface="Times New Roman"/>
              </a:rPr>
              <a:t>+ </a:t>
            </a:r>
            <a:r>
              <a:rPr sz="560" b="0" i="1">
                <a:solidFill>
                  <a:srgbClr val="0B0B0B"/>
                </a:solidFill>
                <a:latin typeface="Times New Roman"/>
              </a:rPr>
              <a:t>γB</a:t>
            </a:r>
            <a:r>
              <a:rPr sz="560" b="0" i="1" baseline="-25000">
                <a:solidFill>
                  <a:srgbClr val="0B0B0B"/>
                </a:solidFill>
                <a:latin typeface="Times New Roman"/>
              </a:rPr>
              <a:t>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71BD7-BC04-D3DF-2007-DC7A6E54F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905DC66-3674-C064-0EBC-328226597BD1}"/>
              </a:ext>
            </a:extLst>
          </p:cNvPr>
          <p:cNvSpPr/>
          <p:nvPr/>
        </p:nvSpPr>
        <p:spPr>
          <a:xfrm>
            <a:off x="1170432" y="27432"/>
            <a:ext cx="2999232" cy="356616"/>
          </a:xfrm>
          <a:prstGeom prst="roundRect">
            <a:avLst>
              <a:gd name="adj" fmla="val 15384"/>
            </a:avLst>
          </a:prstGeom>
          <a:solidFill>
            <a:srgbClr val="FCFCFA"/>
          </a:solidFill>
          <a:ln w="7620">
            <a:solidFill>
              <a:srgbClr val="D6D4CA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684024F1-D2B7-0AE5-E6BA-068D061244AF}"/>
              </a:ext>
            </a:extLst>
          </p:cNvPr>
          <p:cNvSpPr/>
          <p:nvPr/>
        </p:nvSpPr>
        <p:spPr>
          <a:xfrm>
            <a:off x="2066543" y="329184"/>
            <a:ext cx="868680" cy="0"/>
          </a:xfrm>
          <a:custGeom>
            <a:avLst/>
            <a:gdLst/>
            <a:ahLst/>
            <a:cxnLst/>
            <a:rect l="l" t="t" r="r" b="b"/>
            <a:pathLst>
              <a:path w="868680">
                <a:moveTo>
                  <a:pt x="0" y="0"/>
                </a:moveTo>
                <a:lnTo>
                  <a:pt x="868680" y="0"/>
                </a:lnTo>
              </a:path>
            </a:pathLst>
          </a:custGeom>
          <a:noFill/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9F4E50A-A562-CA30-F212-25CF5055247B}"/>
              </a:ext>
            </a:extLst>
          </p:cNvPr>
          <p:cNvSpPr/>
          <p:nvPr/>
        </p:nvSpPr>
        <p:spPr>
          <a:xfrm>
            <a:off x="3337559" y="155539"/>
            <a:ext cx="777240" cy="173645"/>
          </a:xfrm>
          <a:custGeom>
            <a:avLst/>
            <a:gdLst/>
            <a:ahLst/>
            <a:cxnLst/>
            <a:rect l="l" t="t" r="r" b="b"/>
            <a:pathLst>
              <a:path w="777240" h="173645">
                <a:moveTo>
                  <a:pt x="0" y="173645"/>
                </a:moveTo>
                <a:lnTo>
                  <a:pt x="0" y="173542"/>
                </a:lnTo>
                <a:lnTo>
                  <a:pt x="6532" y="173490"/>
                </a:lnTo>
                <a:lnTo>
                  <a:pt x="13063" y="173415"/>
                </a:lnTo>
                <a:lnTo>
                  <a:pt x="19595" y="173306"/>
                </a:lnTo>
                <a:lnTo>
                  <a:pt x="26126" y="173151"/>
                </a:lnTo>
                <a:lnTo>
                  <a:pt x="32658" y="172935"/>
                </a:lnTo>
                <a:lnTo>
                  <a:pt x="39189" y="172635"/>
                </a:lnTo>
                <a:lnTo>
                  <a:pt x="45720" y="172225"/>
                </a:lnTo>
                <a:lnTo>
                  <a:pt x="52252" y="171671"/>
                </a:lnTo>
                <a:lnTo>
                  <a:pt x="58783" y="170934"/>
                </a:lnTo>
                <a:lnTo>
                  <a:pt x="65315" y="169965"/>
                </a:lnTo>
                <a:lnTo>
                  <a:pt x="71846" y="168706"/>
                </a:lnTo>
                <a:lnTo>
                  <a:pt x="78378" y="167094"/>
                </a:lnTo>
                <a:lnTo>
                  <a:pt x="84909" y="165057"/>
                </a:lnTo>
                <a:lnTo>
                  <a:pt x="91440" y="162517"/>
                </a:lnTo>
                <a:lnTo>
                  <a:pt x="97972" y="159393"/>
                </a:lnTo>
                <a:lnTo>
                  <a:pt x="104503" y="155604"/>
                </a:lnTo>
                <a:lnTo>
                  <a:pt x="111035" y="151072"/>
                </a:lnTo>
                <a:lnTo>
                  <a:pt x="117566" y="145730"/>
                </a:lnTo>
                <a:lnTo>
                  <a:pt x="124098" y="139523"/>
                </a:lnTo>
                <a:lnTo>
                  <a:pt x="130629" y="132421"/>
                </a:lnTo>
                <a:lnTo>
                  <a:pt x="137160" y="124419"/>
                </a:lnTo>
                <a:lnTo>
                  <a:pt x="143692" y="115545"/>
                </a:lnTo>
                <a:lnTo>
                  <a:pt x="150223" y="105867"/>
                </a:lnTo>
                <a:lnTo>
                  <a:pt x="156755" y="95494"/>
                </a:lnTo>
                <a:lnTo>
                  <a:pt x="163286" y="84580"/>
                </a:lnTo>
                <a:lnTo>
                  <a:pt x="169818" y="73319"/>
                </a:lnTo>
                <a:lnTo>
                  <a:pt x="176349" y="61946"/>
                </a:lnTo>
                <a:lnTo>
                  <a:pt x="182880" y="50727"/>
                </a:lnTo>
                <a:lnTo>
                  <a:pt x="189412" y="39950"/>
                </a:lnTo>
                <a:lnTo>
                  <a:pt x="195943" y="29916"/>
                </a:lnTo>
                <a:lnTo>
                  <a:pt x="202475" y="20923"/>
                </a:lnTo>
                <a:lnTo>
                  <a:pt x="209006" y="13249"/>
                </a:lnTo>
                <a:lnTo>
                  <a:pt x="215538" y="7145"/>
                </a:lnTo>
                <a:lnTo>
                  <a:pt x="222069" y="2814"/>
                </a:lnTo>
                <a:lnTo>
                  <a:pt x="228600" y="405"/>
                </a:lnTo>
                <a:lnTo>
                  <a:pt x="235132" y="0"/>
                </a:lnTo>
                <a:lnTo>
                  <a:pt x="241663" y="1614"/>
                </a:lnTo>
                <a:lnTo>
                  <a:pt x="248195" y="5190"/>
                </a:lnTo>
                <a:lnTo>
                  <a:pt x="254726" y="10607"/>
                </a:lnTo>
                <a:lnTo>
                  <a:pt x="261258" y="17680"/>
                </a:lnTo>
                <a:lnTo>
                  <a:pt x="267789" y="26178"/>
                </a:lnTo>
                <a:lnTo>
                  <a:pt x="274320" y="35831"/>
                </a:lnTo>
                <a:lnTo>
                  <a:pt x="280852" y="46346"/>
                </a:lnTo>
                <a:lnTo>
                  <a:pt x="287383" y="57424"/>
                </a:lnTo>
                <a:lnTo>
                  <a:pt x="293915" y="68769"/>
                </a:lnTo>
                <a:lnTo>
                  <a:pt x="300446" y="80105"/>
                </a:lnTo>
                <a:lnTo>
                  <a:pt x="306978" y="91183"/>
                </a:lnTo>
                <a:lnTo>
                  <a:pt x="313509" y="101793"/>
                </a:lnTo>
                <a:lnTo>
                  <a:pt x="320040" y="111765"/>
                </a:lnTo>
                <a:lnTo>
                  <a:pt x="326572" y="120971"/>
                </a:lnTo>
                <a:lnTo>
                  <a:pt x="333103" y="129327"/>
                </a:lnTo>
                <a:lnTo>
                  <a:pt x="339635" y="136791"/>
                </a:lnTo>
                <a:lnTo>
                  <a:pt x="346166" y="143353"/>
                </a:lnTo>
                <a:lnTo>
                  <a:pt x="352698" y="149036"/>
                </a:lnTo>
                <a:lnTo>
                  <a:pt x="359229" y="153885"/>
                </a:lnTo>
                <a:lnTo>
                  <a:pt x="365760" y="157962"/>
                </a:lnTo>
                <a:lnTo>
                  <a:pt x="372292" y="161342"/>
                </a:lnTo>
                <a:lnTo>
                  <a:pt x="378823" y="164106"/>
                </a:lnTo>
                <a:lnTo>
                  <a:pt x="385355" y="166335"/>
                </a:lnTo>
                <a:lnTo>
                  <a:pt x="391886" y="168108"/>
                </a:lnTo>
                <a:lnTo>
                  <a:pt x="398418" y="169499"/>
                </a:lnTo>
                <a:lnTo>
                  <a:pt x="404949" y="170577"/>
                </a:lnTo>
                <a:lnTo>
                  <a:pt x="411480" y="171401"/>
                </a:lnTo>
                <a:lnTo>
                  <a:pt x="418012" y="172023"/>
                </a:lnTo>
                <a:lnTo>
                  <a:pt x="424543" y="172486"/>
                </a:lnTo>
                <a:lnTo>
                  <a:pt x="431075" y="172826"/>
                </a:lnTo>
                <a:lnTo>
                  <a:pt x="437606" y="173073"/>
                </a:lnTo>
                <a:lnTo>
                  <a:pt x="444138" y="173250"/>
                </a:lnTo>
                <a:lnTo>
                  <a:pt x="450669" y="173376"/>
                </a:lnTo>
                <a:lnTo>
                  <a:pt x="457200" y="173463"/>
                </a:lnTo>
                <a:lnTo>
                  <a:pt x="463732" y="173524"/>
                </a:lnTo>
                <a:lnTo>
                  <a:pt x="470263" y="173565"/>
                </a:lnTo>
                <a:lnTo>
                  <a:pt x="476795" y="173593"/>
                </a:lnTo>
                <a:lnTo>
                  <a:pt x="483326" y="173611"/>
                </a:lnTo>
                <a:lnTo>
                  <a:pt x="489858" y="173623"/>
                </a:lnTo>
                <a:lnTo>
                  <a:pt x="496389" y="173631"/>
                </a:lnTo>
                <a:lnTo>
                  <a:pt x="502920" y="173636"/>
                </a:lnTo>
                <a:lnTo>
                  <a:pt x="509452" y="173639"/>
                </a:lnTo>
                <a:lnTo>
                  <a:pt x="515983" y="173641"/>
                </a:lnTo>
                <a:lnTo>
                  <a:pt x="522515" y="173643"/>
                </a:lnTo>
                <a:lnTo>
                  <a:pt x="529046" y="173643"/>
                </a:lnTo>
                <a:lnTo>
                  <a:pt x="535578" y="173644"/>
                </a:lnTo>
                <a:lnTo>
                  <a:pt x="542109" y="173644"/>
                </a:lnTo>
                <a:lnTo>
                  <a:pt x="548640" y="173644"/>
                </a:lnTo>
                <a:lnTo>
                  <a:pt x="555172" y="173644"/>
                </a:lnTo>
                <a:lnTo>
                  <a:pt x="561703" y="173644"/>
                </a:lnTo>
                <a:lnTo>
                  <a:pt x="568235" y="173644"/>
                </a:lnTo>
                <a:lnTo>
                  <a:pt x="574766" y="173644"/>
                </a:lnTo>
                <a:lnTo>
                  <a:pt x="581298" y="173644"/>
                </a:lnTo>
                <a:lnTo>
                  <a:pt x="587829" y="173644"/>
                </a:lnTo>
                <a:lnTo>
                  <a:pt x="594360" y="173644"/>
                </a:lnTo>
                <a:lnTo>
                  <a:pt x="600892" y="173644"/>
                </a:lnTo>
                <a:lnTo>
                  <a:pt x="607423" y="173644"/>
                </a:lnTo>
                <a:lnTo>
                  <a:pt x="613955" y="173644"/>
                </a:lnTo>
                <a:lnTo>
                  <a:pt x="620486" y="173644"/>
                </a:lnTo>
                <a:lnTo>
                  <a:pt x="627018" y="173644"/>
                </a:lnTo>
                <a:lnTo>
                  <a:pt x="633549" y="173644"/>
                </a:lnTo>
                <a:lnTo>
                  <a:pt x="640080" y="173644"/>
                </a:lnTo>
                <a:lnTo>
                  <a:pt x="646612" y="173644"/>
                </a:lnTo>
                <a:lnTo>
                  <a:pt x="653143" y="173644"/>
                </a:lnTo>
                <a:lnTo>
                  <a:pt x="659675" y="173644"/>
                </a:lnTo>
                <a:lnTo>
                  <a:pt x="666206" y="173644"/>
                </a:lnTo>
                <a:lnTo>
                  <a:pt x="672738" y="173644"/>
                </a:lnTo>
                <a:lnTo>
                  <a:pt x="679269" y="173644"/>
                </a:lnTo>
                <a:lnTo>
                  <a:pt x="685800" y="173644"/>
                </a:lnTo>
                <a:lnTo>
                  <a:pt x="692332" y="173644"/>
                </a:lnTo>
                <a:lnTo>
                  <a:pt x="698863" y="173644"/>
                </a:lnTo>
                <a:lnTo>
                  <a:pt x="705395" y="173644"/>
                </a:lnTo>
                <a:lnTo>
                  <a:pt x="711926" y="173644"/>
                </a:lnTo>
                <a:lnTo>
                  <a:pt x="718458" y="173644"/>
                </a:lnTo>
                <a:lnTo>
                  <a:pt x="724989" y="173644"/>
                </a:lnTo>
                <a:lnTo>
                  <a:pt x="731520" y="173644"/>
                </a:lnTo>
                <a:lnTo>
                  <a:pt x="738052" y="173645"/>
                </a:lnTo>
                <a:lnTo>
                  <a:pt x="744583" y="173645"/>
                </a:lnTo>
                <a:lnTo>
                  <a:pt x="751115" y="173645"/>
                </a:lnTo>
                <a:lnTo>
                  <a:pt x="757646" y="173645"/>
                </a:lnTo>
                <a:lnTo>
                  <a:pt x="764178" y="173645"/>
                </a:lnTo>
                <a:lnTo>
                  <a:pt x="770709" y="173645"/>
                </a:lnTo>
                <a:lnTo>
                  <a:pt x="777240" y="173645"/>
                </a:lnTo>
                <a:lnTo>
                  <a:pt x="777240" y="173645"/>
                </a:lnTo>
                <a:close/>
              </a:path>
            </a:pathLst>
          </a:custGeom>
          <a:solidFill>
            <a:srgbClr val="FADF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BB7E737-6500-A59E-DF50-EF1D7E0FDC5C}"/>
              </a:ext>
            </a:extLst>
          </p:cNvPr>
          <p:cNvSpPr/>
          <p:nvPr/>
        </p:nvSpPr>
        <p:spPr>
          <a:xfrm>
            <a:off x="3337559" y="146425"/>
            <a:ext cx="777240" cy="182759"/>
          </a:xfrm>
          <a:custGeom>
            <a:avLst/>
            <a:gdLst/>
            <a:ahLst/>
            <a:cxnLst/>
            <a:rect l="l" t="t" r="r" b="b"/>
            <a:pathLst>
              <a:path w="777240" h="182759">
                <a:moveTo>
                  <a:pt x="0" y="182759"/>
                </a:moveTo>
                <a:lnTo>
                  <a:pt x="0" y="182758"/>
                </a:lnTo>
                <a:lnTo>
                  <a:pt x="6532" y="182758"/>
                </a:lnTo>
                <a:lnTo>
                  <a:pt x="13063" y="182758"/>
                </a:lnTo>
                <a:lnTo>
                  <a:pt x="19595" y="182758"/>
                </a:lnTo>
                <a:lnTo>
                  <a:pt x="26126" y="182758"/>
                </a:lnTo>
                <a:lnTo>
                  <a:pt x="32658" y="182758"/>
                </a:lnTo>
                <a:lnTo>
                  <a:pt x="39189" y="182758"/>
                </a:lnTo>
                <a:lnTo>
                  <a:pt x="45720" y="182758"/>
                </a:lnTo>
                <a:lnTo>
                  <a:pt x="52252" y="182758"/>
                </a:lnTo>
                <a:lnTo>
                  <a:pt x="58783" y="182758"/>
                </a:lnTo>
                <a:lnTo>
                  <a:pt x="65315" y="182758"/>
                </a:lnTo>
                <a:lnTo>
                  <a:pt x="71846" y="182758"/>
                </a:lnTo>
                <a:lnTo>
                  <a:pt x="78378" y="182758"/>
                </a:lnTo>
                <a:lnTo>
                  <a:pt x="84909" y="182758"/>
                </a:lnTo>
                <a:lnTo>
                  <a:pt x="91440" y="182758"/>
                </a:lnTo>
                <a:lnTo>
                  <a:pt x="97972" y="182758"/>
                </a:lnTo>
                <a:lnTo>
                  <a:pt x="104503" y="182758"/>
                </a:lnTo>
                <a:lnTo>
                  <a:pt x="111035" y="182757"/>
                </a:lnTo>
                <a:lnTo>
                  <a:pt x="117566" y="182757"/>
                </a:lnTo>
                <a:lnTo>
                  <a:pt x="124098" y="182756"/>
                </a:lnTo>
                <a:lnTo>
                  <a:pt x="130629" y="182755"/>
                </a:lnTo>
                <a:lnTo>
                  <a:pt x="137160" y="182753"/>
                </a:lnTo>
                <a:lnTo>
                  <a:pt x="143692" y="182750"/>
                </a:lnTo>
                <a:lnTo>
                  <a:pt x="150223" y="182747"/>
                </a:lnTo>
                <a:lnTo>
                  <a:pt x="156755" y="182742"/>
                </a:lnTo>
                <a:lnTo>
                  <a:pt x="163286" y="182736"/>
                </a:lnTo>
                <a:lnTo>
                  <a:pt x="169818" y="182727"/>
                </a:lnTo>
                <a:lnTo>
                  <a:pt x="176349" y="182715"/>
                </a:lnTo>
                <a:lnTo>
                  <a:pt x="182880" y="182698"/>
                </a:lnTo>
                <a:lnTo>
                  <a:pt x="189412" y="182676"/>
                </a:lnTo>
                <a:lnTo>
                  <a:pt x="195943" y="182646"/>
                </a:lnTo>
                <a:lnTo>
                  <a:pt x="202475" y="182607"/>
                </a:lnTo>
                <a:lnTo>
                  <a:pt x="209006" y="182554"/>
                </a:lnTo>
                <a:lnTo>
                  <a:pt x="215538" y="182486"/>
                </a:lnTo>
                <a:lnTo>
                  <a:pt x="222069" y="182397"/>
                </a:lnTo>
                <a:lnTo>
                  <a:pt x="228600" y="182282"/>
                </a:lnTo>
                <a:lnTo>
                  <a:pt x="235132" y="182134"/>
                </a:lnTo>
                <a:lnTo>
                  <a:pt x="241663" y="181945"/>
                </a:lnTo>
                <a:lnTo>
                  <a:pt x="248195" y="181706"/>
                </a:lnTo>
                <a:lnTo>
                  <a:pt x="254726" y="181406"/>
                </a:lnTo>
                <a:lnTo>
                  <a:pt x="261258" y="181030"/>
                </a:lnTo>
                <a:lnTo>
                  <a:pt x="267789" y="180564"/>
                </a:lnTo>
                <a:lnTo>
                  <a:pt x="274320" y="179990"/>
                </a:lnTo>
                <a:lnTo>
                  <a:pt x="280852" y="179287"/>
                </a:lnTo>
                <a:lnTo>
                  <a:pt x="287383" y="178433"/>
                </a:lnTo>
                <a:lnTo>
                  <a:pt x="293915" y="177402"/>
                </a:lnTo>
                <a:lnTo>
                  <a:pt x="300446" y="176168"/>
                </a:lnTo>
                <a:lnTo>
                  <a:pt x="306978" y="174700"/>
                </a:lnTo>
                <a:lnTo>
                  <a:pt x="313509" y="172966"/>
                </a:lnTo>
                <a:lnTo>
                  <a:pt x="320040" y="170935"/>
                </a:lnTo>
                <a:lnTo>
                  <a:pt x="326572" y="168570"/>
                </a:lnTo>
                <a:lnTo>
                  <a:pt x="333103" y="165840"/>
                </a:lnTo>
                <a:lnTo>
                  <a:pt x="339635" y="162710"/>
                </a:lnTo>
                <a:lnTo>
                  <a:pt x="346166" y="159150"/>
                </a:lnTo>
                <a:lnTo>
                  <a:pt x="352698" y="155132"/>
                </a:lnTo>
                <a:lnTo>
                  <a:pt x="359229" y="150632"/>
                </a:lnTo>
                <a:lnTo>
                  <a:pt x="365760" y="145633"/>
                </a:lnTo>
                <a:lnTo>
                  <a:pt x="372292" y="140125"/>
                </a:lnTo>
                <a:lnTo>
                  <a:pt x="378823" y="134105"/>
                </a:lnTo>
                <a:lnTo>
                  <a:pt x="385355" y="127583"/>
                </a:lnTo>
                <a:lnTo>
                  <a:pt x="391886" y="120579"/>
                </a:lnTo>
                <a:lnTo>
                  <a:pt x="398418" y="113124"/>
                </a:lnTo>
                <a:lnTo>
                  <a:pt x="404949" y="105263"/>
                </a:lnTo>
                <a:lnTo>
                  <a:pt x="411480" y="97054"/>
                </a:lnTo>
                <a:lnTo>
                  <a:pt x="418012" y="88569"/>
                </a:lnTo>
                <a:lnTo>
                  <a:pt x="424543" y="79891"/>
                </a:lnTo>
                <a:lnTo>
                  <a:pt x="431075" y="71117"/>
                </a:lnTo>
                <a:lnTo>
                  <a:pt x="437606" y="62352"/>
                </a:lnTo>
                <a:lnTo>
                  <a:pt x="444138" y="53713"/>
                </a:lnTo>
                <a:lnTo>
                  <a:pt x="450669" y="45318"/>
                </a:lnTo>
                <a:lnTo>
                  <a:pt x="457200" y="37294"/>
                </a:lnTo>
                <a:lnTo>
                  <a:pt x="463732" y="29764"/>
                </a:lnTo>
                <a:lnTo>
                  <a:pt x="470263" y="22852"/>
                </a:lnTo>
                <a:lnTo>
                  <a:pt x="476795" y="16673"/>
                </a:lnTo>
                <a:lnTo>
                  <a:pt x="483326" y="11334"/>
                </a:lnTo>
                <a:lnTo>
                  <a:pt x="489858" y="6932"/>
                </a:lnTo>
                <a:lnTo>
                  <a:pt x="496389" y="3544"/>
                </a:lnTo>
                <a:lnTo>
                  <a:pt x="502920" y="1235"/>
                </a:lnTo>
                <a:lnTo>
                  <a:pt x="509452" y="46"/>
                </a:lnTo>
                <a:lnTo>
                  <a:pt x="515983" y="0"/>
                </a:lnTo>
                <a:lnTo>
                  <a:pt x="522515" y="1098"/>
                </a:lnTo>
                <a:lnTo>
                  <a:pt x="529046" y="3319"/>
                </a:lnTo>
                <a:lnTo>
                  <a:pt x="535578" y="6622"/>
                </a:lnTo>
                <a:lnTo>
                  <a:pt x="542109" y="10947"/>
                </a:lnTo>
                <a:lnTo>
                  <a:pt x="548640" y="16213"/>
                </a:lnTo>
                <a:lnTo>
                  <a:pt x="555172" y="22329"/>
                </a:lnTo>
                <a:lnTo>
                  <a:pt x="561703" y="29187"/>
                </a:lnTo>
                <a:lnTo>
                  <a:pt x="568235" y="36672"/>
                </a:lnTo>
                <a:lnTo>
                  <a:pt x="574766" y="44661"/>
                </a:lnTo>
                <a:lnTo>
                  <a:pt x="581298" y="53030"/>
                </a:lnTo>
                <a:lnTo>
                  <a:pt x="587829" y="61655"/>
                </a:lnTo>
                <a:lnTo>
                  <a:pt x="594360" y="70414"/>
                </a:lnTo>
                <a:lnTo>
                  <a:pt x="600892" y="79191"/>
                </a:lnTo>
                <a:lnTo>
                  <a:pt x="607423" y="87880"/>
                </a:lnTo>
                <a:lnTo>
                  <a:pt x="613955" y="96384"/>
                </a:lnTo>
                <a:lnTo>
                  <a:pt x="620486" y="104618"/>
                </a:lnTo>
                <a:lnTo>
                  <a:pt x="627018" y="112509"/>
                </a:lnTo>
                <a:lnTo>
                  <a:pt x="633549" y="119999"/>
                </a:lnTo>
                <a:lnTo>
                  <a:pt x="640080" y="127041"/>
                </a:lnTo>
                <a:lnTo>
                  <a:pt x="646612" y="133602"/>
                </a:lnTo>
                <a:lnTo>
                  <a:pt x="653143" y="139662"/>
                </a:lnTo>
                <a:lnTo>
                  <a:pt x="659675" y="145211"/>
                </a:lnTo>
                <a:lnTo>
                  <a:pt x="666206" y="150251"/>
                </a:lnTo>
                <a:lnTo>
                  <a:pt x="672738" y="154790"/>
                </a:lnTo>
                <a:lnTo>
                  <a:pt x="679269" y="158846"/>
                </a:lnTo>
                <a:lnTo>
                  <a:pt x="685800" y="162441"/>
                </a:lnTo>
                <a:lnTo>
                  <a:pt x="692332" y="165604"/>
                </a:lnTo>
                <a:lnTo>
                  <a:pt x="698863" y="168366"/>
                </a:lnTo>
                <a:lnTo>
                  <a:pt x="705395" y="170758"/>
                </a:lnTo>
                <a:lnTo>
                  <a:pt x="711926" y="172815"/>
                </a:lnTo>
                <a:lnTo>
                  <a:pt x="718458" y="174572"/>
                </a:lnTo>
                <a:lnTo>
                  <a:pt x="724989" y="176060"/>
                </a:lnTo>
                <a:lnTo>
                  <a:pt x="731520" y="177312"/>
                </a:lnTo>
                <a:lnTo>
                  <a:pt x="738052" y="178357"/>
                </a:lnTo>
                <a:lnTo>
                  <a:pt x="744583" y="179224"/>
                </a:lnTo>
                <a:lnTo>
                  <a:pt x="751115" y="179939"/>
                </a:lnTo>
                <a:lnTo>
                  <a:pt x="757646" y="180522"/>
                </a:lnTo>
                <a:lnTo>
                  <a:pt x="764178" y="180997"/>
                </a:lnTo>
                <a:lnTo>
                  <a:pt x="770709" y="181379"/>
                </a:lnTo>
                <a:lnTo>
                  <a:pt x="777240" y="181685"/>
                </a:lnTo>
                <a:lnTo>
                  <a:pt x="777240" y="182759"/>
                </a:lnTo>
                <a:close/>
              </a:path>
            </a:pathLst>
          </a:custGeom>
          <a:solidFill>
            <a:srgbClr val="D9D8E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7BD5FCE-3F10-1CF6-AD20-0C366D9C831B}"/>
              </a:ext>
            </a:extLst>
          </p:cNvPr>
          <p:cNvSpPr/>
          <p:nvPr/>
        </p:nvSpPr>
        <p:spPr>
          <a:xfrm>
            <a:off x="3337559" y="329184"/>
            <a:ext cx="777240" cy="0"/>
          </a:xfrm>
          <a:custGeom>
            <a:avLst/>
            <a:gdLst/>
            <a:ahLst/>
            <a:cxnLst/>
            <a:rect l="l" t="t" r="r" b="b"/>
            <a:pathLst>
              <a:path w="777240">
                <a:moveTo>
                  <a:pt x="0" y="0"/>
                </a:moveTo>
                <a:lnTo>
                  <a:pt x="777240" y="0"/>
                </a:lnTo>
              </a:path>
            </a:pathLst>
          </a:custGeom>
          <a:noFill/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14C9F149-C83C-EC39-157A-488B24F34C12}"/>
              </a:ext>
            </a:extLst>
          </p:cNvPr>
          <p:cNvSpPr/>
          <p:nvPr/>
        </p:nvSpPr>
        <p:spPr>
          <a:xfrm>
            <a:off x="1819655" y="972921"/>
            <a:ext cx="626182" cy="87783"/>
          </a:xfrm>
          <a:custGeom>
            <a:avLst/>
            <a:gdLst/>
            <a:ahLst/>
            <a:cxnLst/>
            <a:rect l="l" t="t" r="r" b="b"/>
            <a:pathLst>
              <a:path w="626182" h="87783">
                <a:moveTo>
                  <a:pt x="0" y="87783"/>
                </a:moveTo>
                <a:lnTo>
                  <a:pt x="512065" y="87783"/>
                </a:lnTo>
                <a:lnTo>
                  <a:pt x="626182" y="0"/>
                </a:lnTo>
                <a:lnTo>
                  <a:pt x="114118" y="0"/>
                </a:lnTo>
                <a:close/>
              </a:path>
            </a:pathLst>
          </a:custGeom>
          <a:solidFill>
            <a:srgbClr val="FBE0D2"/>
          </a:solidFill>
          <a:ln w="762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6B82B5-DA89-5BAD-6AF0-B41D23856924}"/>
              </a:ext>
            </a:extLst>
          </p:cNvPr>
          <p:cNvSpPr/>
          <p:nvPr/>
        </p:nvSpPr>
        <p:spPr>
          <a:xfrm>
            <a:off x="3401568" y="658368"/>
            <a:ext cx="713231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15D4BF-377B-E05A-E29B-6EABA01C90B2}"/>
              </a:ext>
            </a:extLst>
          </p:cNvPr>
          <p:cNvSpPr/>
          <p:nvPr/>
        </p:nvSpPr>
        <p:spPr>
          <a:xfrm>
            <a:off x="3401568" y="1463040"/>
            <a:ext cx="713231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566EC01-608D-3353-7012-F0B650551D4A}"/>
              </a:ext>
            </a:extLst>
          </p:cNvPr>
          <p:cNvSpPr/>
          <p:nvPr/>
        </p:nvSpPr>
        <p:spPr>
          <a:xfrm>
            <a:off x="146304" y="155448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07C84DF-B450-00A7-5DB5-B4E15CF1A837}"/>
              </a:ext>
            </a:extLst>
          </p:cNvPr>
          <p:cNvSpPr/>
          <p:nvPr/>
        </p:nvSpPr>
        <p:spPr>
          <a:xfrm>
            <a:off x="64007" y="521208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BCCBE3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59F0AB5-3901-8CA0-FA0B-D151901F9DEE}"/>
              </a:ext>
            </a:extLst>
          </p:cNvPr>
          <p:cNvSpPr/>
          <p:nvPr/>
        </p:nvSpPr>
        <p:spPr>
          <a:xfrm>
            <a:off x="64007" y="699516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CFDCC3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D2B6CFD-340F-F87F-1EB7-D061B5BDB9C8}"/>
              </a:ext>
            </a:extLst>
          </p:cNvPr>
          <p:cNvSpPr/>
          <p:nvPr/>
        </p:nvSpPr>
        <p:spPr>
          <a:xfrm>
            <a:off x="64007" y="877824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BCCBE3"/>
          </a:solidFill>
          <a:ln w="1270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D9DA6A5-EF0D-250F-837F-9F8016CD7867}"/>
              </a:ext>
            </a:extLst>
          </p:cNvPr>
          <p:cNvSpPr/>
          <p:nvPr/>
        </p:nvSpPr>
        <p:spPr>
          <a:xfrm>
            <a:off x="64007" y="1056132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EADBB4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4EE6469-F8A9-6C3F-B054-715A0E50D9A2}"/>
              </a:ext>
            </a:extLst>
          </p:cNvPr>
          <p:cNvSpPr/>
          <p:nvPr/>
        </p:nvSpPr>
        <p:spPr>
          <a:xfrm>
            <a:off x="64007" y="1234440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CFDCC3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7C5F33E-CFCB-4BE8-A316-E48EDD0B2DDF}"/>
              </a:ext>
            </a:extLst>
          </p:cNvPr>
          <p:cNvSpPr/>
          <p:nvPr/>
        </p:nvSpPr>
        <p:spPr>
          <a:xfrm>
            <a:off x="64007" y="1412748"/>
            <a:ext cx="457200" cy="141732"/>
          </a:xfrm>
          <a:prstGeom prst="roundRect">
            <a:avLst>
              <a:gd name="adj" fmla="val 19354"/>
            </a:avLst>
          </a:prstGeom>
          <a:solidFill>
            <a:srgbClr val="EADBB4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2DE598A-012A-6F8F-7221-89C323697BED}"/>
              </a:ext>
            </a:extLst>
          </p:cNvPr>
          <p:cNvSpPr/>
          <p:nvPr/>
        </p:nvSpPr>
        <p:spPr>
          <a:xfrm>
            <a:off x="694944" y="640080"/>
            <a:ext cx="228600" cy="603504"/>
          </a:xfrm>
          <a:custGeom>
            <a:avLst/>
            <a:gdLst/>
            <a:ahLst/>
            <a:cxnLst/>
            <a:rect l="l" t="t" r="r" b="b"/>
            <a:pathLst>
              <a:path w="228600" h="603504">
                <a:moveTo>
                  <a:pt x="0" y="603504"/>
                </a:moveTo>
                <a:lnTo>
                  <a:pt x="0" y="0"/>
                </a:lnTo>
                <a:lnTo>
                  <a:pt x="228600" y="164592"/>
                </a:lnTo>
                <a:lnTo>
                  <a:pt x="228600" y="438912"/>
                </a:lnTo>
                <a:close/>
              </a:path>
            </a:pathLst>
          </a:custGeom>
          <a:solidFill>
            <a:srgbClr val="DFE8F3"/>
          </a:solidFill>
          <a:ln w="10160">
            <a:solidFill>
              <a:srgbClr val="7F9FC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F0BBB5-5784-D19C-640F-D905C6938BEA}"/>
              </a:ext>
            </a:extLst>
          </p:cNvPr>
          <p:cNvSpPr/>
          <p:nvPr/>
        </p:nvSpPr>
        <p:spPr>
          <a:xfrm>
            <a:off x="1243584" y="149998"/>
            <a:ext cx="28309" cy="28309"/>
          </a:xfrm>
          <a:prstGeom prst="rect">
            <a:avLst/>
          </a:prstGeom>
          <a:solidFill>
            <a:srgbClr val="D6D5D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F1F332-AAAA-B1E3-E2A9-D1146F198879}"/>
              </a:ext>
            </a:extLst>
          </p:cNvPr>
          <p:cNvSpPr/>
          <p:nvPr/>
        </p:nvSpPr>
        <p:spPr>
          <a:xfrm>
            <a:off x="1276502" y="149998"/>
            <a:ext cx="28309" cy="28309"/>
          </a:xfrm>
          <a:prstGeom prst="rect">
            <a:avLst/>
          </a:prstGeom>
          <a:solidFill>
            <a:srgbClr val="C8C7C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E7E7D4-A535-6AEA-E23E-4A9717DEEE46}"/>
              </a:ext>
            </a:extLst>
          </p:cNvPr>
          <p:cNvSpPr/>
          <p:nvPr/>
        </p:nvSpPr>
        <p:spPr>
          <a:xfrm>
            <a:off x="1309420" y="149998"/>
            <a:ext cx="28309" cy="28309"/>
          </a:xfrm>
          <a:prstGeom prst="rect">
            <a:avLst/>
          </a:prstGeom>
          <a:solidFill>
            <a:srgbClr val="93928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5F687B-79C3-AD34-2810-65B78952B9A6}"/>
              </a:ext>
            </a:extLst>
          </p:cNvPr>
          <p:cNvSpPr/>
          <p:nvPr/>
        </p:nvSpPr>
        <p:spPr>
          <a:xfrm>
            <a:off x="1342339" y="149998"/>
            <a:ext cx="28309" cy="28309"/>
          </a:xfrm>
          <a:prstGeom prst="rect">
            <a:avLst/>
          </a:prstGeom>
          <a:solidFill>
            <a:srgbClr val="A8A7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05A2B3E-7987-1B16-CD59-1476B76E503F}"/>
              </a:ext>
            </a:extLst>
          </p:cNvPr>
          <p:cNvSpPr/>
          <p:nvPr/>
        </p:nvSpPr>
        <p:spPr>
          <a:xfrm>
            <a:off x="1375257" y="149998"/>
            <a:ext cx="28309" cy="28309"/>
          </a:xfrm>
          <a:prstGeom prst="rect">
            <a:avLst/>
          </a:prstGeom>
          <a:solidFill>
            <a:srgbClr val="D5D5D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DCCD46-0A20-50A3-EE5E-8B7DA1DA122B}"/>
              </a:ext>
            </a:extLst>
          </p:cNvPr>
          <p:cNvSpPr/>
          <p:nvPr/>
        </p:nvSpPr>
        <p:spPr>
          <a:xfrm>
            <a:off x="1243584" y="182916"/>
            <a:ext cx="28309" cy="28309"/>
          </a:xfrm>
          <a:prstGeom prst="rect">
            <a:avLst/>
          </a:prstGeom>
          <a:solidFill>
            <a:srgbClr val="B5B5B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E39082-A307-2340-2DA6-992F5BF5C6A8}"/>
              </a:ext>
            </a:extLst>
          </p:cNvPr>
          <p:cNvSpPr/>
          <p:nvPr/>
        </p:nvSpPr>
        <p:spPr>
          <a:xfrm>
            <a:off x="1276502" y="182916"/>
            <a:ext cx="28309" cy="28309"/>
          </a:xfrm>
          <a:prstGeom prst="rect">
            <a:avLst/>
          </a:prstGeom>
          <a:solidFill>
            <a:srgbClr val="B1B1A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88C023-83D2-0CED-68B2-874428D9EB95}"/>
              </a:ext>
            </a:extLst>
          </p:cNvPr>
          <p:cNvSpPr/>
          <p:nvPr/>
        </p:nvSpPr>
        <p:spPr>
          <a:xfrm>
            <a:off x="1309420" y="182916"/>
            <a:ext cx="28309" cy="28309"/>
          </a:xfrm>
          <a:prstGeom prst="rect">
            <a:avLst/>
          </a:prstGeom>
          <a:solidFill>
            <a:srgbClr val="CFCF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55640-F2A3-4C9E-BD5B-D69066AD10CD}"/>
              </a:ext>
            </a:extLst>
          </p:cNvPr>
          <p:cNvSpPr/>
          <p:nvPr/>
        </p:nvSpPr>
        <p:spPr>
          <a:xfrm>
            <a:off x="1342339" y="182916"/>
            <a:ext cx="28309" cy="28309"/>
          </a:xfrm>
          <a:prstGeom prst="rect">
            <a:avLst/>
          </a:prstGeom>
          <a:solidFill>
            <a:srgbClr val="9999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5A93D3-577A-A4A4-28F6-C73FE0C845B2}"/>
              </a:ext>
            </a:extLst>
          </p:cNvPr>
          <p:cNvSpPr/>
          <p:nvPr/>
        </p:nvSpPr>
        <p:spPr>
          <a:xfrm>
            <a:off x="1375257" y="182916"/>
            <a:ext cx="28309" cy="28309"/>
          </a:xfrm>
          <a:prstGeom prst="rect">
            <a:avLst/>
          </a:prstGeom>
          <a:solidFill>
            <a:srgbClr val="D3D3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BFD652-07C3-DFBD-982C-F55827956108}"/>
              </a:ext>
            </a:extLst>
          </p:cNvPr>
          <p:cNvSpPr/>
          <p:nvPr/>
        </p:nvSpPr>
        <p:spPr>
          <a:xfrm>
            <a:off x="1243584" y="215834"/>
            <a:ext cx="28309" cy="28309"/>
          </a:xfrm>
          <a:prstGeom prst="rect">
            <a:avLst/>
          </a:prstGeom>
          <a:solidFill>
            <a:srgbClr val="B9B9B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E43C1EE-7028-4A07-CAE9-22BF7D139D5A}"/>
              </a:ext>
            </a:extLst>
          </p:cNvPr>
          <p:cNvSpPr/>
          <p:nvPr/>
        </p:nvSpPr>
        <p:spPr>
          <a:xfrm>
            <a:off x="1276502" y="215834"/>
            <a:ext cx="28309" cy="28309"/>
          </a:xfrm>
          <a:prstGeom prst="rect">
            <a:avLst/>
          </a:prstGeom>
          <a:solidFill>
            <a:srgbClr val="AEADA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EF521D-F6D7-175C-A1E5-481ABD73B4D9}"/>
              </a:ext>
            </a:extLst>
          </p:cNvPr>
          <p:cNvSpPr/>
          <p:nvPr/>
        </p:nvSpPr>
        <p:spPr>
          <a:xfrm>
            <a:off x="1309420" y="215834"/>
            <a:ext cx="28309" cy="28309"/>
          </a:xfrm>
          <a:prstGeom prst="rect">
            <a:avLst/>
          </a:prstGeom>
          <a:solidFill>
            <a:srgbClr val="B6B5B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84B7BB-9F73-7040-A7E5-8C7D5D78DCE0}"/>
              </a:ext>
            </a:extLst>
          </p:cNvPr>
          <p:cNvSpPr/>
          <p:nvPr/>
        </p:nvSpPr>
        <p:spPr>
          <a:xfrm>
            <a:off x="1342339" y="215834"/>
            <a:ext cx="28309" cy="28309"/>
          </a:xfrm>
          <a:prstGeom prst="rect">
            <a:avLst/>
          </a:prstGeom>
          <a:solidFill>
            <a:srgbClr val="A7A6A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0D80AD-3F8D-1B18-57EF-08CAC3B30072}"/>
              </a:ext>
            </a:extLst>
          </p:cNvPr>
          <p:cNvSpPr/>
          <p:nvPr/>
        </p:nvSpPr>
        <p:spPr>
          <a:xfrm>
            <a:off x="1375257" y="215834"/>
            <a:ext cx="28309" cy="28309"/>
          </a:xfrm>
          <a:prstGeom prst="rect">
            <a:avLst/>
          </a:prstGeom>
          <a:solidFill>
            <a:srgbClr val="99989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95B2393-C75E-2575-26B4-21147B194863}"/>
              </a:ext>
            </a:extLst>
          </p:cNvPr>
          <p:cNvSpPr/>
          <p:nvPr/>
        </p:nvSpPr>
        <p:spPr>
          <a:xfrm>
            <a:off x="1243584" y="248753"/>
            <a:ext cx="28309" cy="28309"/>
          </a:xfrm>
          <a:prstGeom prst="rect">
            <a:avLst/>
          </a:prstGeom>
          <a:solidFill>
            <a:srgbClr val="85847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4D30DE-CCFB-3B43-F1DE-661078E5ED2B}"/>
              </a:ext>
            </a:extLst>
          </p:cNvPr>
          <p:cNvSpPr/>
          <p:nvPr/>
        </p:nvSpPr>
        <p:spPr>
          <a:xfrm>
            <a:off x="1276502" y="248753"/>
            <a:ext cx="28309" cy="28309"/>
          </a:xfrm>
          <a:prstGeom prst="rect">
            <a:avLst/>
          </a:prstGeom>
          <a:solidFill>
            <a:srgbClr val="C3C3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51516A-A3CF-B33F-C75E-A6E75D0BB5C4}"/>
              </a:ext>
            </a:extLst>
          </p:cNvPr>
          <p:cNvSpPr/>
          <p:nvPr/>
        </p:nvSpPr>
        <p:spPr>
          <a:xfrm>
            <a:off x="1309420" y="248753"/>
            <a:ext cx="28309" cy="28309"/>
          </a:xfrm>
          <a:prstGeom prst="rect">
            <a:avLst/>
          </a:prstGeom>
          <a:solidFill>
            <a:srgbClr val="A1A19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270ACA-115B-2531-E828-407D6157AF27}"/>
              </a:ext>
            </a:extLst>
          </p:cNvPr>
          <p:cNvSpPr/>
          <p:nvPr/>
        </p:nvSpPr>
        <p:spPr>
          <a:xfrm>
            <a:off x="1342339" y="248753"/>
            <a:ext cx="28309" cy="28309"/>
          </a:xfrm>
          <a:prstGeom prst="rect">
            <a:avLst/>
          </a:prstGeom>
          <a:solidFill>
            <a:srgbClr val="9D9C9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24C7256-5BD8-98FE-AB66-9F3E68713C16}"/>
              </a:ext>
            </a:extLst>
          </p:cNvPr>
          <p:cNvSpPr/>
          <p:nvPr/>
        </p:nvSpPr>
        <p:spPr>
          <a:xfrm>
            <a:off x="1375257" y="248753"/>
            <a:ext cx="28309" cy="28309"/>
          </a:xfrm>
          <a:prstGeom prst="rect">
            <a:avLst/>
          </a:prstGeom>
          <a:solidFill>
            <a:srgbClr val="C2C2B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27FF5B-F346-543B-2112-E1C2DBF41E75}"/>
              </a:ext>
            </a:extLst>
          </p:cNvPr>
          <p:cNvSpPr/>
          <p:nvPr/>
        </p:nvSpPr>
        <p:spPr>
          <a:xfrm>
            <a:off x="1243584" y="281671"/>
            <a:ext cx="28309" cy="28309"/>
          </a:xfrm>
          <a:prstGeom prst="rect">
            <a:avLst/>
          </a:prstGeom>
          <a:solidFill>
            <a:srgbClr val="DEDD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BE4B569-88E4-A1C3-526F-0FF891F6C012}"/>
              </a:ext>
            </a:extLst>
          </p:cNvPr>
          <p:cNvSpPr/>
          <p:nvPr/>
        </p:nvSpPr>
        <p:spPr>
          <a:xfrm>
            <a:off x="1276502" y="281671"/>
            <a:ext cx="28309" cy="28309"/>
          </a:xfrm>
          <a:prstGeom prst="rect">
            <a:avLst/>
          </a:prstGeom>
          <a:solidFill>
            <a:srgbClr val="83827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F9BD4F-DD4C-62AC-5929-4AEA098898F7}"/>
              </a:ext>
            </a:extLst>
          </p:cNvPr>
          <p:cNvSpPr/>
          <p:nvPr/>
        </p:nvSpPr>
        <p:spPr>
          <a:xfrm>
            <a:off x="1309420" y="281671"/>
            <a:ext cx="28309" cy="28309"/>
          </a:xfrm>
          <a:prstGeom prst="rect">
            <a:avLst/>
          </a:prstGeom>
          <a:solidFill>
            <a:srgbClr val="C2C2B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CE70871-32DB-A351-6A73-E0A5A61908DC}"/>
              </a:ext>
            </a:extLst>
          </p:cNvPr>
          <p:cNvSpPr/>
          <p:nvPr/>
        </p:nvSpPr>
        <p:spPr>
          <a:xfrm>
            <a:off x="1342339" y="281671"/>
            <a:ext cx="28309" cy="28309"/>
          </a:xfrm>
          <a:prstGeom prst="rect">
            <a:avLst/>
          </a:prstGeom>
          <a:solidFill>
            <a:srgbClr val="C1C0B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030C1B3-DB43-4ED5-6606-AFD002D2FB05}"/>
              </a:ext>
            </a:extLst>
          </p:cNvPr>
          <p:cNvSpPr/>
          <p:nvPr/>
        </p:nvSpPr>
        <p:spPr>
          <a:xfrm>
            <a:off x="1375257" y="281671"/>
            <a:ext cx="28309" cy="28309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EEE9A89-C6D0-BBF3-C876-8D1E346C8704}"/>
              </a:ext>
            </a:extLst>
          </p:cNvPr>
          <p:cNvSpPr/>
          <p:nvPr/>
        </p:nvSpPr>
        <p:spPr>
          <a:xfrm>
            <a:off x="1243584" y="314590"/>
            <a:ext cx="28309" cy="28309"/>
          </a:xfrm>
          <a:prstGeom prst="rect">
            <a:avLst/>
          </a:prstGeom>
          <a:solidFill>
            <a:srgbClr val="A7A7A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83AC002-EBE6-211E-B515-826AECF70610}"/>
              </a:ext>
            </a:extLst>
          </p:cNvPr>
          <p:cNvSpPr/>
          <p:nvPr/>
        </p:nvSpPr>
        <p:spPr>
          <a:xfrm>
            <a:off x="1276502" y="314590"/>
            <a:ext cx="28309" cy="28309"/>
          </a:xfrm>
          <a:prstGeom prst="rect">
            <a:avLst/>
          </a:prstGeom>
          <a:solidFill>
            <a:srgbClr val="B2B1A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9F72D7A-06D4-882F-B9BB-43A7CF646CA0}"/>
              </a:ext>
            </a:extLst>
          </p:cNvPr>
          <p:cNvSpPr/>
          <p:nvPr/>
        </p:nvSpPr>
        <p:spPr>
          <a:xfrm>
            <a:off x="1309420" y="314590"/>
            <a:ext cx="28309" cy="28309"/>
          </a:xfrm>
          <a:prstGeom prst="rect">
            <a:avLst/>
          </a:prstGeom>
          <a:solidFill>
            <a:srgbClr val="96959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F9EB50-51F8-5EEF-E898-601CAB361480}"/>
              </a:ext>
            </a:extLst>
          </p:cNvPr>
          <p:cNvSpPr/>
          <p:nvPr/>
        </p:nvSpPr>
        <p:spPr>
          <a:xfrm>
            <a:off x="1342339" y="314590"/>
            <a:ext cx="28309" cy="28309"/>
          </a:xfrm>
          <a:prstGeom prst="rect">
            <a:avLst/>
          </a:prstGeom>
          <a:solidFill>
            <a:srgbClr val="DBDB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E787AEA-413B-B7FA-8976-2E6D91402C50}"/>
              </a:ext>
            </a:extLst>
          </p:cNvPr>
          <p:cNvSpPr/>
          <p:nvPr/>
        </p:nvSpPr>
        <p:spPr>
          <a:xfrm>
            <a:off x="1375257" y="314590"/>
            <a:ext cx="28309" cy="28309"/>
          </a:xfrm>
          <a:prstGeom prst="rect">
            <a:avLst/>
          </a:prstGeom>
          <a:solidFill>
            <a:srgbClr val="9C9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ADC67B2-549C-280B-A808-2BA337F7B028}"/>
              </a:ext>
            </a:extLst>
          </p:cNvPr>
          <p:cNvSpPr/>
          <p:nvPr/>
        </p:nvSpPr>
        <p:spPr>
          <a:xfrm>
            <a:off x="2078953" y="100584"/>
            <a:ext cx="37229" cy="228600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B4FB9B7-A3DD-29AA-FA72-4C94A4C358EA}"/>
              </a:ext>
            </a:extLst>
          </p:cNvPr>
          <p:cNvSpPr/>
          <p:nvPr/>
        </p:nvSpPr>
        <p:spPr>
          <a:xfrm>
            <a:off x="2141002" y="201168"/>
            <a:ext cx="37229" cy="128016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E5B7F1C-229F-37FB-4BC8-6E8290AEDE4D}"/>
              </a:ext>
            </a:extLst>
          </p:cNvPr>
          <p:cNvSpPr/>
          <p:nvPr/>
        </p:nvSpPr>
        <p:spPr>
          <a:xfrm>
            <a:off x="2203050" y="233172"/>
            <a:ext cx="37229" cy="96012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BCE23BF-6E37-3A2A-6B25-B5D7C431E62A}"/>
              </a:ext>
            </a:extLst>
          </p:cNvPr>
          <p:cNvSpPr/>
          <p:nvPr/>
        </p:nvSpPr>
        <p:spPr>
          <a:xfrm>
            <a:off x="2265099" y="253746"/>
            <a:ext cx="37229" cy="75438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54C1757-8D26-3B7C-B120-D22B6F66BCAB}"/>
              </a:ext>
            </a:extLst>
          </p:cNvPr>
          <p:cNvSpPr/>
          <p:nvPr/>
        </p:nvSpPr>
        <p:spPr>
          <a:xfrm>
            <a:off x="2327148" y="267462"/>
            <a:ext cx="37229" cy="61722"/>
          </a:xfrm>
          <a:prstGeom prst="rect">
            <a:avLst/>
          </a:prstGeom>
          <a:solidFill>
            <a:srgbClr val="D9722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958C6C9-ABCF-70A0-8954-2210565E192D}"/>
              </a:ext>
            </a:extLst>
          </p:cNvPr>
          <p:cNvSpPr/>
          <p:nvPr/>
        </p:nvSpPr>
        <p:spPr>
          <a:xfrm>
            <a:off x="2389196" y="278892"/>
            <a:ext cx="37229" cy="50292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CABA507-01F6-3269-9309-E7D7CB4B48FD}"/>
              </a:ext>
            </a:extLst>
          </p:cNvPr>
          <p:cNvSpPr/>
          <p:nvPr/>
        </p:nvSpPr>
        <p:spPr>
          <a:xfrm>
            <a:off x="2451245" y="285750"/>
            <a:ext cx="37229" cy="43434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AE77057-5481-E223-4C23-49CCAFBEB8B0}"/>
              </a:ext>
            </a:extLst>
          </p:cNvPr>
          <p:cNvSpPr/>
          <p:nvPr/>
        </p:nvSpPr>
        <p:spPr>
          <a:xfrm>
            <a:off x="2513293" y="292608"/>
            <a:ext cx="37229" cy="36576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4384134-2593-D95E-B5BB-3C255C961EE9}"/>
              </a:ext>
            </a:extLst>
          </p:cNvPr>
          <p:cNvSpPr/>
          <p:nvPr/>
        </p:nvSpPr>
        <p:spPr>
          <a:xfrm>
            <a:off x="2575342" y="299466"/>
            <a:ext cx="37229" cy="29718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969D8A8-440B-EE85-9A9B-0234BE786ADE}"/>
              </a:ext>
            </a:extLst>
          </p:cNvPr>
          <p:cNvSpPr/>
          <p:nvPr/>
        </p:nvSpPr>
        <p:spPr>
          <a:xfrm>
            <a:off x="2637390" y="304038"/>
            <a:ext cx="37229" cy="25146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C07BC68-CC94-5A4B-BF08-1D0A86BCF7A0}"/>
              </a:ext>
            </a:extLst>
          </p:cNvPr>
          <p:cNvSpPr/>
          <p:nvPr/>
        </p:nvSpPr>
        <p:spPr>
          <a:xfrm>
            <a:off x="2699439" y="308610"/>
            <a:ext cx="37229" cy="20574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212DDA5-689D-B326-D6F6-5D2546175657}"/>
              </a:ext>
            </a:extLst>
          </p:cNvPr>
          <p:cNvSpPr/>
          <p:nvPr/>
        </p:nvSpPr>
        <p:spPr>
          <a:xfrm>
            <a:off x="2761488" y="310896"/>
            <a:ext cx="37229" cy="18288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5701BCD-84D1-3588-3562-09371CC37398}"/>
              </a:ext>
            </a:extLst>
          </p:cNvPr>
          <p:cNvSpPr/>
          <p:nvPr/>
        </p:nvSpPr>
        <p:spPr>
          <a:xfrm>
            <a:off x="2823536" y="313182"/>
            <a:ext cx="37229" cy="16002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F0AFEC6-864D-422A-9AA7-12B6CBC0A8F5}"/>
              </a:ext>
            </a:extLst>
          </p:cNvPr>
          <p:cNvSpPr/>
          <p:nvPr/>
        </p:nvSpPr>
        <p:spPr>
          <a:xfrm>
            <a:off x="2885585" y="315468"/>
            <a:ext cx="37229" cy="13716"/>
          </a:xfrm>
          <a:prstGeom prst="rect">
            <a:avLst/>
          </a:prstGeom>
          <a:solidFill>
            <a:srgbClr val="C6C5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Freeform 63">
            <a:extLst>
              <a:ext uri="{FF2B5EF4-FFF2-40B4-BE49-F238E27FC236}">
                <a16:creationId xmlns:a16="http://schemas.microsoft.com/office/drawing/2014/main" id="{541369F4-C583-F80E-5611-10386749F9B9}"/>
              </a:ext>
            </a:extLst>
          </p:cNvPr>
          <p:cNvSpPr/>
          <p:nvPr/>
        </p:nvSpPr>
        <p:spPr>
          <a:xfrm>
            <a:off x="3337559" y="155539"/>
            <a:ext cx="777240" cy="173645"/>
          </a:xfrm>
          <a:custGeom>
            <a:avLst/>
            <a:gdLst/>
            <a:ahLst/>
            <a:cxnLst/>
            <a:rect l="l" t="t" r="r" b="b"/>
            <a:pathLst>
              <a:path w="777240" h="173645">
                <a:moveTo>
                  <a:pt x="0" y="173542"/>
                </a:moveTo>
                <a:lnTo>
                  <a:pt x="6532" y="173490"/>
                </a:lnTo>
                <a:lnTo>
                  <a:pt x="13063" y="173415"/>
                </a:lnTo>
                <a:lnTo>
                  <a:pt x="19595" y="173306"/>
                </a:lnTo>
                <a:lnTo>
                  <a:pt x="26126" y="173151"/>
                </a:lnTo>
                <a:lnTo>
                  <a:pt x="32658" y="172935"/>
                </a:lnTo>
                <a:lnTo>
                  <a:pt x="39189" y="172635"/>
                </a:lnTo>
                <a:lnTo>
                  <a:pt x="45720" y="172225"/>
                </a:lnTo>
                <a:lnTo>
                  <a:pt x="52252" y="171671"/>
                </a:lnTo>
                <a:lnTo>
                  <a:pt x="58783" y="170934"/>
                </a:lnTo>
                <a:lnTo>
                  <a:pt x="65315" y="169965"/>
                </a:lnTo>
                <a:lnTo>
                  <a:pt x="71846" y="168706"/>
                </a:lnTo>
                <a:lnTo>
                  <a:pt x="78378" y="167094"/>
                </a:lnTo>
                <a:lnTo>
                  <a:pt x="84909" y="165057"/>
                </a:lnTo>
                <a:lnTo>
                  <a:pt x="91440" y="162517"/>
                </a:lnTo>
                <a:lnTo>
                  <a:pt x="97972" y="159393"/>
                </a:lnTo>
                <a:lnTo>
                  <a:pt x="104503" y="155604"/>
                </a:lnTo>
                <a:lnTo>
                  <a:pt x="111035" y="151072"/>
                </a:lnTo>
                <a:lnTo>
                  <a:pt x="117566" y="145730"/>
                </a:lnTo>
                <a:lnTo>
                  <a:pt x="124098" y="139523"/>
                </a:lnTo>
                <a:lnTo>
                  <a:pt x="130629" y="132421"/>
                </a:lnTo>
                <a:lnTo>
                  <a:pt x="137160" y="124419"/>
                </a:lnTo>
                <a:lnTo>
                  <a:pt x="143692" y="115545"/>
                </a:lnTo>
                <a:lnTo>
                  <a:pt x="150223" y="105867"/>
                </a:lnTo>
                <a:lnTo>
                  <a:pt x="156755" y="95494"/>
                </a:lnTo>
                <a:lnTo>
                  <a:pt x="163286" y="84580"/>
                </a:lnTo>
                <a:lnTo>
                  <a:pt x="169818" y="73319"/>
                </a:lnTo>
                <a:lnTo>
                  <a:pt x="176349" y="61946"/>
                </a:lnTo>
                <a:lnTo>
                  <a:pt x="182880" y="50727"/>
                </a:lnTo>
                <a:lnTo>
                  <a:pt x="189412" y="39950"/>
                </a:lnTo>
                <a:lnTo>
                  <a:pt x="195943" y="29916"/>
                </a:lnTo>
                <a:lnTo>
                  <a:pt x="202475" y="20923"/>
                </a:lnTo>
                <a:lnTo>
                  <a:pt x="209006" y="13249"/>
                </a:lnTo>
                <a:lnTo>
                  <a:pt x="215538" y="7145"/>
                </a:lnTo>
                <a:lnTo>
                  <a:pt x="222069" y="2814"/>
                </a:lnTo>
                <a:lnTo>
                  <a:pt x="228600" y="405"/>
                </a:lnTo>
                <a:lnTo>
                  <a:pt x="235132" y="0"/>
                </a:lnTo>
                <a:lnTo>
                  <a:pt x="241663" y="1614"/>
                </a:lnTo>
                <a:lnTo>
                  <a:pt x="248195" y="5190"/>
                </a:lnTo>
                <a:lnTo>
                  <a:pt x="254726" y="10607"/>
                </a:lnTo>
                <a:lnTo>
                  <a:pt x="261258" y="17680"/>
                </a:lnTo>
                <a:lnTo>
                  <a:pt x="267789" y="26178"/>
                </a:lnTo>
                <a:lnTo>
                  <a:pt x="274320" y="35831"/>
                </a:lnTo>
                <a:lnTo>
                  <a:pt x="280852" y="46346"/>
                </a:lnTo>
                <a:lnTo>
                  <a:pt x="287383" y="57424"/>
                </a:lnTo>
                <a:lnTo>
                  <a:pt x="293915" y="68769"/>
                </a:lnTo>
                <a:lnTo>
                  <a:pt x="300446" y="80105"/>
                </a:lnTo>
                <a:lnTo>
                  <a:pt x="306978" y="91183"/>
                </a:lnTo>
                <a:lnTo>
                  <a:pt x="313509" y="101793"/>
                </a:lnTo>
                <a:lnTo>
                  <a:pt x="320040" y="111765"/>
                </a:lnTo>
                <a:lnTo>
                  <a:pt x="326572" y="120971"/>
                </a:lnTo>
                <a:lnTo>
                  <a:pt x="333103" y="129327"/>
                </a:lnTo>
                <a:lnTo>
                  <a:pt x="339635" y="136791"/>
                </a:lnTo>
                <a:lnTo>
                  <a:pt x="346166" y="143353"/>
                </a:lnTo>
                <a:lnTo>
                  <a:pt x="352698" y="149036"/>
                </a:lnTo>
                <a:lnTo>
                  <a:pt x="359229" y="153885"/>
                </a:lnTo>
                <a:lnTo>
                  <a:pt x="365760" y="157962"/>
                </a:lnTo>
                <a:lnTo>
                  <a:pt x="372292" y="161342"/>
                </a:lnTo>
                <a:lnTo>
                  <a:pt x="378823" y="164106"/>
                </a:lnTo>
                <a:lnTo>
                  <a:pt x="385355" y="166335"/>
                </a:lnTo>
                <a:lnTo>
                  <a:pt x="391886" y="168108"/>
                </a:lnTo>
                <a:lnTo>
                  <a:pt x="398418" y="169499"/>
                </a:lnTo>
                <a:lnTo>
                  <a:pt x="404949" y="170577"/>
                </a:lnTo>
                <a:lnTo>
                  <a:pt x="411480" y="171401"/>
                </a:lnTo>
                <a:lnTo>
                  <a:pt x="418012" y="172023"/>
                </a:lnTo>
                <a:lnTo>
                  <a:pt x="424543" y="172486"/>
                </a:lnTo>
                <a:lnTo>
                  <a:pt x="431075" y="172826"/>
                </a:lnTo>
                <a:lnTo>
                  <a:pt x="437606" y="173073"/>
                </a:lnTo>
                <a:lnTo>
                  <a:pt x="444138" y="173250"/>
                </a:lnTo>
                <a:lnTo>
                  <a:pt x="450669" y="173376"/>
                </a:lnTo>
                <a:lnTo>
                  <a:pt x="457200" y="173463"/>
                </a:lnTo>
                <a:lnTo>
                  <a:pt x="463732" y="173524"/>
                </a:lnTo>
                <a:lnTo>
                  <a:pt x="470263" y="173565"/>
                </a:lnTo>
                <a:lnTo>
                  <a:pt x="476795" y="173593"/>
                </a:lnTo>
                <a:lnTo>
                  <a:pt x="483326" y="173611"/>
                </a:lnTo>
                <a:lnTo>
                  <a:pt x="489858" y="173623"/>
                </a:lnTo>
                <a:lnTo>
                  <a:pt x="496389" y="173631"/>
                </a:lnTo>
                <a:lnTo>
                  <a:pt x="502920" y="173636"/>
                </a:lnTo>
                <a:lnTo>
                  <a:pt x="509452" y="173639"/>
                </a:lnTo>
                <a:lnTo>
                  <a:pt x="515983" y="173641"/>
                </a:lnTo>
                <a:lnTo>
                  <a:pt x="522515" y="173643"/>
                </a:lnTo>
                <a:lnTo>
                  <a:pt x="529046" y="173643"/>
                </a:lnTo>
                <a:lnTo>
                  <a:pt x="535578" y="173644"/>
                </a:lnTo>
                <a:lnTo>
                  <a:pt x="542109" y="173644"/>
                </a:lnTo>
                <a:lnTo>
                  <a:pt x="548640" y="173644"/>
                </a:lnTo>
                <a:lnTo>
                  <a:pt x="555172" y="173644"/>
                </a:lnTo>
                <a:lnTo>
                  <a:pt x="561703" y="173644"/>
                </a:lnTo>
                <a:lnTo>
                  <a:pt x="568235" y="173644"/>
                </a:lnTo>
                <a:lnTo>
                  <a:pt x="574766" y="173644"/>
                </a:lnTo>
                <a:lnTo>
                  <a:pt x="581298" y="173644"/>
                </a:lnTo>
                <a:lnTo>
                  <a:pt x="587829" y="173644"/>
                </a:lnTo>
                <a:lnTo>
                  <a:pt x="594360" y="173644"/>
                </a:lnTo>
                <a:lnTo>
                  <a:pt x="600892" y="173644"/>
                </a:lnTo>
                <a:lnTo>
                  <a:pt x="607423" y="173644"/>
                </a:lnTo>
                <a:lnTo>
                  <a:pt x="613955" y="173644"/>
                </a:lnTo>
                <a:lnTo>
                  <a:pt x="620486" y="173644"/>
                </a:lnTo>
                <a:lnTo>
                  <a:pt x="627018" y="173644"/>
                </a:lnTo>
                <a:lnTo>
                  <a:pt x="633549" y="173644"/>
                </a:lnTo>
                <a:lnTo>
                  <a:pt x="640080" y="173644"/>
                </a:lnTo>
                <a:lnTo>
                  <a:pt x="646612" y="173644"/>
                </a:lnTo>
                <a:lnTo>
                  <a:pt x="653143" y="173644"/>
                </a:lnTo>
                <a:lnTo>
                  <a:pt x="659675" y="173644"/>
                </a:lnTo>
                <a:lnTo>
                  <a:pt x="666206" y="173644"/>
                </a:lnTo>
                <a:lnTo>
                  <a:pt x="672738" y="173644"/>
                </a:lnTo>
                <a:lnTo>
                  <a:pt x="679269" y="173644"/>
                </a:lnTo>
                <a:lnTo>
                  <a:pt x="685800" y="173644"/>
                </a:lnTo>
                <a:lnTo>
                  <a:pt x="692332" y="173644"/>
                </a:lnTo>
                <a:lnTo>
                  <a:pt x="698863" y="173644"/>
                </a:lnTo>
                <a:lnTo>
                  <a:pt x="705395" y="173644"/>
                </a:lnTo>
                <a:lnTo>
                  <a:pt x="711926" y="173644"/>
                </a:lnTo>
                <a:lnTo>
                  <a:pt x="718458" y="173644"/>
                </a:lnTo>
                <a:lnTo>
                  <a:pt x="724989" y="173644"/>
                </a:lnTo>
                <a:lnTo>
                  <a:pt x="731520" y="173644"/>
                </a:lnTo>
                <a:lnTo>
                  <a:pt x="738052" y="173645"/>
                </a:lnTo>
                <a:lnTo>
                  <a:pt x="744583" y="173645"/>
                </a:lnTo>
                <a:lnTo>
                  <a:pt x="751115" y="173645"/>
                </a:lnTo>
                <a:lnTo>
                  <a:pt x="757646" y="173645"/>
                </a:lnTo>
                <a:lnTo>
                  <a:pt x="764178" y="173645"/>
                </a:lnTo>
                <a:lnTo>
                  <a:pt x="770709" y="173645"/>
                </a:lnTo>
                <a:lnTo>
                  <a:pt x="777240" y="173645"/>
                </a:lnTo>
              </a:path>
            </a:pathLst>
          </a:custGeom>
          <a:noFill/>
          <a:ln w="889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Freeform 64">
            <a:extLst>
              <a:ext uri="{FF2B5EF4-FFF2-40B4-BE49-F238E27FC236}">
                <a16:creationId xmlns:a16="http://schemas.microsoft.com/office/drawing/2014/main" id="{625E5426-7CF7-A41F-D187-E52DCB12FD1A}"/>
              </a:ext>
            </a:extLst>
          </p:cNvPr>
          <p:cNvSpPr/>
          <p:nvPr/>
        </p:nvSpPr>
        <p:spPr>
          <a:xfrm>
            <a:off x="3337559" y="146425"/>
            <a:ext cx="777240" cy="182758"/>
          </a:xfrm>
          <a:custGeom>
            <a:avLst/>
            <a:gdLst/>
            <a:ahLst/>
            <a:cxnLst/>
            <a:rect l="l" t="t" r="r" b="b"/>
            <a:pathLst>
              <a:path w="777240" h="182758">
                <a:moveTo>
                  <a:pt x="0" y="182758"/>
                </a:moveTo>
                <a:lnTo>
                  <a:pt x="6532" y="182758"/>
                </a:lnTo>
                <a:lnTo>
                  <a:pt x="13063" y="182758"/>
                </a:lnTo>
                <a:lnTo>
                  <a:pt x="19595" y="182758"/>
                </a:lnTo>
                <a:lnTo>
                  <a:pt x="26126" y="182758"/>
                </a:lnTo>
                <a:lnTo>
                  <a:pt x="32658" y="182758"/>
                </a:lnTo>
                <a:lnTo>
                  <a:pt x="39189" y="182758"/>
                </a:lnTo>
                <a:lnTo>
                  <a:pt x="45720" y="182758"/>
                </a:lnTo>
                <a:lnTo>
                  <a:pt x="52252" y="182758"/>
                </a:lnTo>
                <a:lnTo>
                  <a:pt x="58783" y="182758"/>
                </a:lnTo>
                <a:lnTo>
                  <a:pt x="65315" y="182758"/>
                </a:lnTo>
                <a:lnTo>
                  <a:pt x="71846" y="182758"/>
                </a:lnTo>
                <a:lnTo>
                  <a:pt x="78378" y="182758"/>
                </a:lnTo>
                <a:lnTo>
                  <a:pt x="84909" y="182758"/>
                </a:lnTo>
                <a:lnTo>
                  <a:pt x="91440" y="182758"/>
                </a:lnTo>
                <a:lnTo>
                  <a:pt x="97972" y="182758"/>
                </a:lnTo>
                <a:lnTo>
                  <a:pt x="104503" y="182758"/>
                </a:lnTo>
                <a:lnTo>
                  <a:pt x="111035" y="182757"/>
                </a:lnTo>
                <a:lnTo>
                  <a:pt x="117566" y="182757"/>
                </a:lnTo>
                <a:lnTo>
                  <a:pt x="124098" y="182756"/>
                </a:lnTo>
                <a:lnTo>
                  <a:pt x="130629" y="182755"/>
                </a:lnTo>
                <a:lnTo>
                  <a:pt x="137160" y="182753"/>
                </a:lnTo>
                <a:lnTo>
                  <a:pt x="143692" y="182750"/>
                </a:lnTo>
                <a:lnTo>
                  <a:pt x="150223" y="182747"/>
                </a:lnTo>
                <a:lnTo>
                  <a:pt x="156755" y="182742"/>
                </a:lnTo>
                <a:lnTo>
                  <a:pt x="163286" y="182736"/>
                </a:lnTo>
                <a:lnTo>
                  <a:pt x="169818" y="182727"/>
                </a:lnTo>
                <a:lnTo>
                  <a:pt x="176349" y="182715"/>
                </a:lnTo>
                <a:lnTo>
                  <a:pt x="182880" y="182698"/>
                </a:lnTo>
                <a:lnTo>
                  <a:pt x="189412" y="182676"/>
                </a:lnTo>
                <a:lnTo>
                  <a:pt x="195943" y="182646"/>
                </a:lnTo>
                <a:lnTo>
                  <a:pt x="202475" y="182607"/>
                </a:lnTo>
                <a:lnTo>
                  <a:pt x="209006" y="182554"/>
                </a:lnTo>
                <a:lnTo>
                  <a:pt x="215538" y="182486"/>
                </a:lnTo>
                <a:lnTo>
                  <a:pt x="222069" y="182397"/>
                </a:lnTo>
                <a:lnTo>
                  <a:pt x="228600" y="182282"/>
                </a:lnTo>
                <a:lnTo>
                  <a:pt x="235132" y="182134"/>
                </a:lnTo>
                <a:lnTo>
                  <a:pt x="241663" y="181945"/>
                </a:lnTo>
                <a:lnTo>
                  <a:pt x="248195" y="181706"/>
                </a:lnTo>
                <a:lnTo>
                  <a:pt x="254726" y="181406"/>
                </a:lnTo>
                <a:lnTo>
                  <a:pt x="261258" y="181030"/>
                </a:lnTo>
                <a:lnTo>
                  <a:pt x="267789" y="180564"/>
                </a:lnTo>
                <a:lnTo>
                  <a:pt x="274320" y="179990"/>
                </a:lnTo>
                <a:lnTo>
                  <a:pt x="280852" y="179287"/>
                </a:lnTo>
                <a:lnTo>
                  <a:pt x="287383" y="178433"/>
                </a:lnTo>
                <a:lnTo>
                  <a:pt x="293915" y="177402"/>
                </a:lnTo>
                <a:lnTo>
                  <a:pt x="300446" y="176168"/>
                </a:lnTo>
                <a:lnTo>
                  <a:pt x="306978" y="174700"/>
                </a:lnTo>
                <a:lnTo>
                  <a:pt x="313509" y="172966"/>
                </a:lnTo>
                <a:lnTo>
                  <a:pt x="320040" y="170935"/>
                </a:lnTo>
                <a:lnTo>
                  <a:pt x="326572" y="168570"/>
                </a:lnTo>
                <a:lnTo>
                  <a:pt x="333103" y="165840"/>
                </a:lnTo>
                <a:lnTo>
                  <a:pt x="339635" y="162710"/>
                </a:lnTo>
                <a:lnTo>
                  <a:pt x="346166" y="159150"/>
                </a:lnTo>
                <a:lnTo>
                  <a:pt x="352698" y="155132"/>
                </a:lnTo>
                <a:lnTo>
                  <a:pt x="359229" y="150632"/>
                </a:lnTo>
                <a:lnTo>
                  <a:pt x="365760" y="145633"/>
                </a:lnTo>
                <a:lnTo>
                  <a:pt x="372292" y="140125"/>
                </a:lnTo>
                <a:lnTo>
                  <a:pt x="378823" y="134105"/>
                </a:lnTo>
                <a:lnTo>
                  <a:pt x="385355" y="127583"/>
                </a:lnTo>
                <a:lnTo>
                  <a:pt x="391886" y="120579"/>
                </a:lnTo>
                <a:lnTo>
                  <a:pt x="398418" y="113124"/>
                </a:lnTo>
                <a:lnTo>
                  <a:pt x="404949" y="105263"/>
                </a:lnTo>
                <a:lnTo>
                  <a:pt x="411480" y="97054"/>
                </a:lnTo>
                <a:lnTo>
                  <a:pt x="418012" y="88569"/>
                </a:lnTo>
                <a:lnTo>
                  <a:pt x="424543" y="79891"/>
                </a:lnTo>
                <a:lnTo>
                  <a:pt x="431075" y="71117"/>
                </a:lnTo>
                <a:lnTo>
                  <a:pt x="437606" y="62352"/>
                </a:lnTo>
                <a:lnTo>
                  <a:pt x="444138" y="53713"/>
                </a:lnTo>
                <a:lnTo>
                  <a:pt x="450669" y="45318"/>
                </a:lnTo>
                <a:lnTo>
                  <a:pt x="457200" y="37294"/>
                </a:lnTo>
                <a:lnTo>
                  <a:pt x="463732" y="29764"/>
                </a:lnTo>
                <a:lnTo>
                  <a:pt x="470263" y="22852"/>
                </a:lnTo>
                <a:lnTo>
                  <a:pt x="476795" y="16673"/>
                </a:lnTo>
                <a:lnTo>
                  <a:pt x="483326" y="11334"/>
                </a:lnTo>
                <a:lnTo>
                  <a:pt x="489858" y="6932"/>
                </a:lnTo>
                <a:lnTo>
                  <a:pt x="496389" y="3544"/>
                </a:lnTo>
                <a:lnTo>
                  <a:pt x="502920" y="1235"/>
                </a:lnTo>
                <a:lnTo>
                  <a:pt x="509452" y="46"/>
                </a:lnTo>
                <a:lnTo>
                  <a:pt x="515983" y="0"/>
                </a:lnTo>
                <a:lnTo>
                  <a:pt x="522515" y="1098"/>
                </a:lnTo>
                <a:lnTo>
                  <a:pt x="529046" y="3319"/>
                </a:lnTo>
                <a:lnTo>
                  <a:pt x="535578" y="6622"/>
                </a:lnTo>
                <a:lnTo>
                  <a:pt x="542109" y="10947"/>
                </a:lnTo>
                <a:lnTo>
                  <a:pt x="548640" y="16213"/>
                </a:lnTo>
                <a:lnTo>
                  <a:pt x="555172" y="22329"/>
                </a:lnTo>
                <a:lnTo>
                  <a:pt x="561703" y="29187"/>
                </a:lnTo>
                <a:lnTo>
                  <a:pt x="568235" y="36672"/>
                </a:lnTo>
                <a:lnTo>
                  <a:pt x="574766" y="44661"/>
                </a:lnTo>
                <a:lnTo>
                  <a:pt x="581298" y="53030"/>
                </a:lnTo>
                <a:lnTo>
                  <a:pt x="587829" y="61655"/>
                </a:lnTo>
                <a:lnTo>
                  <a:pt x="594360" y="70414"/>
                </a:lnTo>
                <a:lnTo>
                  <a:pt x="600892" y="79191"/>
                </a:lnTo>
                <a:lnTo>
                  <a:pt x="607423" y="87880"/>
                </a:lnTo>
                <a:lnTo>
                  <a:pt x="613955" y="96384"/>
                </a:lnTo>
                <a:lnTo>
                  <a:pt x="620486" y="104618"/>
                </a:lnTo>
                <a:lnTo>
                  <a:pt x="627018" y="112509"/>
                </a:lnTo>
                <a:lnTo>
                  <a:pt x="633549" y="119999"/>
                </a:lnTo>
                <a:lnTo>
                  <a:pt x="640080" y="127041"/>
                </a:lnTo>
                <a:lnTo>
                  <a:pt x="646612" y="133602"/>
                </a:lnTo>
                <a:lnTo>
                  <a:pt x="653143" y="139662"/>
                </a:lnTo>
                <a:lnTo>
                  <a:pt x="659675" y="145211"/>
                </a:lnTo>
                <a:lnTo>
                  <a:pt x="666206" y="150251"/>
                </a:lnTo>
                <a:lnTo>
                  <a:pt x="672738" y="154790"/>
                </a:lnTo>
                <a:lnTo>
                  <a:pt x="679269" y="158846"/>
                </a:lnTo>
                <a:lnTo>
                  <a:pt x="685800" y="162441"/>
                </a:lnTo>
                <a:lnTo>
                  <a:pt x="692332" y="165604"/>
                </a:lnTo>
                <a:lnTo>
                  <a:pt x="698863" y="168366"/>
                </a:lnTo>
                <a:lnTo>
                  <a:pt x="705395" y="170758"/>
                </a:lnTo>
                <a:lnTo>
                  <a:pt x="711926" y="172815"/>
                </a:lnTo>
                <a:lnTo>
                  <a:pt x="718458" y="174572"/>
                </a:lnTo>
                <a:lnTo>
                  <a:pt x="724989" y="176060"/>
                </a:lnTo>
                <a:lnTo>
                  <a:pt x="731520" y="177312"/>
                </a:lnTo>
                <a:lnTo>
                  <a:pt x="738052" y="178357"/>
                </a:lnTo>
                <a:lnTo>
                  <a:pt x="744583" y="179224"/>
                </a:lnTo>
                <a:lnTo>
                  <a:pt x="751115" y="179939"/>
                </a:lnTo>
                <a:lnTo>
                  <a:pt x="757646" y="180522"/>
                </a:lnTo>
                <a:lnTo>
                  <a:pt x="764178" y="180997"/>
                </a:lnTo>
                <a:lnTo>
                  <a:pt x="770709" y="181379"/>
                </a:lnTo>
                <a:lnTo>
                  <a:pt x="777240" y="181685"/>
                </a:lnTo>
              </a:path>
            </a:pathLst>
          </a:custGeom>
          <a:noFill/>
          <a:ln w="8890">
            <a:solidFill>
              <a:srgbClr val="4F4D8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C625C0A-CEA6-05C3-C256-BE74AB83C0A5}"/>
              </a:ext>
            </a:extLst>
          </p:cNvPr>
          <p:cNvSpPr/>
          <p:nvPr/>
        </p:nvSpPr>
        <p:spPr>
          <a:xfrm>
            <a:off x="1252728" y="639897"/>
            <a:ext cx="55046" cy="55046"/>
          </a:xfrm>
          <a:prstGeom prst="rect">
            <a:avLst/>
          </a:prstGeom>
          <a:solidFill>
            <a:srgbClr val="A8A6C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59B2E32-4D35-CEDA-2E56-89EC3EAB79FF}"/>
              </a:ext>
            </a:extLst>
          </p:cNvPr>
          <p:cNvSpPr/>
          <p:nvPr/>
        </p:nvSpPr>
        <p:spPr>
          <a:xfrm>
            <a:off x="1316736" y="639897"/>
            <a:ext cx="55046" cy="55046"/>
          </a:xfrm>
          <a:prstGeom prst="rect">
            <a:avLst/>
          </a:prstGeom>
          <a:solidFill>
            <a:srgbClr val="8F8EB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4662201-F9E7-DA37-A45E-2C786018301E}"/>
              </a:ext>
            </a:extLst>
          </p:cNvPr>
          <p:cNvSpPr/>
          <p:nvPr/>
        </p:nvSpPr>
        <p:spPr>
          <a:xfrm>
            <a:off x="1380744" y="639897"/>
            <a:ext cx="55046" cy="55046"/>
          </a:xfrm>
          <a:prstGeom prst="rect">
            <a:avLst/>
          </a:prstGeom>
          <a:solidFill>
            <a:srgbClr val="9A99C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426A31D-6745-116C-2F3E-2A3178CC50CA}"/>
              </a:ext>
            </a:extLst>
          </p:cNvPr>
          <p:cNvSpPr/>
          <p:nvPr/>
        </p:nvSpPr>
        <p:spPr>
          <a:xfrm>
            <a:off x="1444751" y="639897"/>
            <a:ext cx="55046" cy="55046"/>
          </a:xfrm>
          <a:prstGeom prst="rect">
            <a:avLst/>
          </a:prstGeom>
          <a:solidFill>
            <a:srgbClr val="CBCAD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53A79FA-B87B-4C93-89B2-C102535C9661}"/>
              </a:ext>
            </a:extLst>
          </p:cNvPr>
          <p:cNvSpPr/>
          <p:nvPr/>
        </p:nvSpPr>
        <p:spPr>
          <a:xfrm>
            <a:off x="1508760" y="639897"/>
            <a:ext cx="55046" cy="55046"/>
          </a:xfrm>
          <a:prstGeom prst="rect">
            <a:avLst/>
          </a:prstGeom>
          <a:solidFill>
            <a:srgbClr val="C5C4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018EE85-43B0-0282-10F7-A325A265A3CC}"/>
              </a:ext>
            </a:extLst>
          </p:cNvPr>
          <p:cNvSpPr/>
          <p:nvPr/>
        </p:nvSpPr>
        <p:spPr>
          <a:xfrm>
            <a:off x="1572768" y="639897"/>
            <a:ext cx="55046" cy="55046"/>
          </a:xfrm>
          <a:prstGeom prst="rect">
            <a:avLst/>
          </a:prstGeom>
          <a:solidFill>
            <a:srgbClr val="9290B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6E25D59-A0A9-6DDA-1B13-7E4B5EA09445}"/>
              </a:ext>
            </a:extLst>
          </p:cNvPr>
          <p:cNvSpPr/>
          <p:nvPr/>
        </p:nvSpPr>
        <p:spPr>
          <a:xfrm>
            <a:off x="1252728" y="703905"/>
            <a:ext cx="55046" cy="55046"/>
          </a:xfrm>
          <a:prstGeom prst="rect">
            <a:avLst/>
          </a:prstGeom>
          <a:solidFill>
            <a:srgbClr val="DFDEE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3A672EC-DA3F-7D39-2DA2-BB746DC9400C}"/>
              </a:ext>
            </a:extLst>
          </p:cNvPr>
          <p:cNvSpPr/>
          <p:nvPr/>
        </p:nvSpPr>
        <p:spPr>
          <a:xfrm>
            <a:off x="1316736" y="703905"/>
            <a:ext cx="55046" cy="55046"/>
          </a:xfrm>
          <a:prstGeom prst="rect">
            <a:avLst/>
          </a:prstGeom>
          <a:solidFill>
            <a:srgbClr val="9695B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1A3BE68-2A49-27F5-0116-CC6E39DAFAED}"/>
              </a:ext>
            </a:extLst>
          </p:cNvPr>
          <p:cNvSpPr/>
          <p:nvPr/>
        </p:nvSpPr>
        <p:spPr>
          <a:xfrm>
            <a:off x="1380744" y="703905"/>
            <a:ext cx="55046" cy="55046"/>
          </a:xfrm>
          <a:prstGeom prst="rect">
            <a:avLst/>
          </a:prstGeom>
          <a:solidFill>
            <a:srgbClr val="9897B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CC8115E-084F-E1C1-13EF-6BE77D45772F}"/>
              </a:ext>
            </a:extLst>
          </p:cNvPr>
          <p:cNvSpPr/>
          <p:nvPr/>
        </p:nvSpPr>
        <p:spPr>
          <a:xfrm>
            <a:off x="1444751" y="703905"/>
            <a:ext cx="55046" cy="55046"/>
          </a:xfrm>
          <a:prstGeom prst="rect">
            <a:avLst/>
          </a:prstGeom>
          <a:solidFill>
            <a:srgbClr val="B6B4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4EA9D2D-0014-A866-A309-BD770154C00B}"/>
              </a:ext>
            </a:extLst>
          </p:cNvPr>
          <p:cNvSpPr/>
          <p:nvPr/>
        </p:nvSpPr>
        <p:spPr>
          <a:xfrm>
            <a:off x="1508760" y="703905"/>
            <a:ext cx="55046" cy="55046"/>
          </a:xfrm>
          <a:prstGeom prst="rect">
            <a:avLst/>
          </a:prstGeom>
          <a:solidFill>
            <a:srgbClr val="C4C3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80A492B-68F3-7664-8B4B-96E8018C59EA}"/>
              </a:ext>
            </a:extLst>
          </p:cNvPr>
          <p:cNvSpPr/>
          <p:nvPr/>
        </p:nvSpPr>
        <p:spPr>
          <a:xfrm>
            <a:off x="1572768" y="703905"/>
            <a:ext cx="55046" cy="55046"/>
          </a:xfrm>
          <a:prstGeom prst="rect">
            <a:avLst/>
          </a:prstGeom>
          <a:solidFill>
            <a:srgbClr val="C6C6D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56798C2-7860-39D8-EB26-0A6CFC21FB69}"/>
              </a:ext>
            </a:extLst>
          </p:cNvPr>
          <p:cNvSpPr/>
          <p:nvPr/>
        </p:nvSpPr>
        <p:spPr>
          <a:xfrm>
            <a:off x="1252728" y="767913"/>
            <a:ext cx="55046" cy="55046"/>
          </a:xfrm>
          <a:prstGeom prst="rect">
            <a:avLst/>
          </a:prstGeom>
          <a:solidFill>
            <a:srgbClr val="C9C8D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0328C7-DE60-4F3E-CD6A-DADC7A0DC374}"/>
              </a:ext>
            </a:extLst>
          </p:cNvPr>
          <p:cNvSpPr/>
          <p:nvPr/>
        </p:nvSpPr>
        <p:spPr>
          <a:xfrm>
            <a:off x="1316736" y="767913"/>
            <a:ext cx="55046" cy="55046"/>
          </a:xfrm>
          <a:prstGeom prst="rect">
            <a:avLst/>
          </a:prstGeom>
          <a:solidFill>
            <a:srgbClr val="B8B7D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9792AF0-0BF6-0760-FF5B-4DC53B1D462B}"/>
              </a:ext>
            </a:extLst>
          </p:cNvPr>
          <p:cNvSpPr/>
          <p:nvPr/>
        </p:nvSpPr>
        <p:spPr>
          <a:xfrm>
            <a:off x="1380744" y="767913"/>
            <a:ext cx="55046" cy="55046"/>
          </a:xfrm>
          <a:prstGeom prst="rect">
            <a:avLst/>
          </a:prstGeom>
          <a:solidFill>
            <a:srgbClr val="B2B1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495A849-F133-A3FE-B3C3-02237F4B50B0}"/>
              </a:ext>
            </a:extLst>
          </p:cNvPr>
          <p:cNvSpPr/>
          <p:nvPr/>
        </p:nvSpPr>
        <p:spPr>
          <a:xfrm>
            <a:off x="1444751" y="767913"/>
            <a:ext cx="55046" cy="55046"/>
          </a:xfrm>
          <a:prstGeom prst="rect">
            <a:avLst/>
          </a:prstGeom>
          <a:solidFill>
            <a:srgbClr val="AEAD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CE8FA60-0311-A27A-1582-B4305922570B}"/>
              </a:ext>
            </a:extLst>
          </p:cNvPr>
          <p:cNvSpPr/>
          <p:nvPr/>
        </p:nvSpPr>
        <p:spPr>
          <a:xfrm>
            <a:off x="1508760" y="767913"/>
            <a:ext cx="55046" cy="55046"/>
          </a:xfrm>
          <a:prstGeom prst="rect">
            <a:avLst/>
          </a:prstGeom>
          <a:solidFill>
            <a:srgbClr val="8785B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08FCE96-349E-CD63-4B99-871501B5C183}"/>
              </a:ext>
            </a:extLst>
          </p:cNvPr>
          <p:cNvSpPr/>
          <p:nvPr/>
        </p:nvSpPr>
        <p:spPr>
          <a:xfrm>
            <a:off x="1572768" y="767913"/>
            <a:ext cx="55046" cy="55046"/>
          </a:xfrm>
          <a:prstGeom prst="rect">
            <a:avLst/>
          </a:prstGeom>
          <a:solidFill>
            <a:srgbClr val="9997B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9A07E09-664D-B827-0BC2-E35F15802EC7}"/>
              </a:ext>
            </a:extLst>
          </p:cNvPr>
          <p:cNvSpPr/>
          <p:nvPr/>
        </p:nvSpPr>
        <p:spPr>
          <a:xfrm>
            <a:off x="1252728" y="831921"/>
            <a:ext cx="55046" cy="55046"/>
          </a:xfrm>
          <a:prstGeom prst="rect">
            <a:avLst/>
          </a:prstGeom>
          <a:solidFill>
            <a:srgbClr val="A8A7C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C817969-FA2B-0B1A-6460-A323FDA6FF91}"/>
              </a:ext>
            </a:extLst>
          </p:cNvPr>
          <p:cNvSpPr/>
          <p:nvPr/>
        </p:nvSpPr>
        <p:spPr>
          <a:xfrm>
            <a:off x="1316736" y="831921"/>
            <a:ext cx="55046" cy="55046"/>
          </a:xfrm>
          <a:prstGeom prst="rect">
            <a:avLst/>
          </a:prstGeom>
          <a:solidFill>
            <a:srgbClr val="8785B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3BB9750-B75B-D352-D8E6-C29FBAEAAAD5}"/>
              </a:ext>
            </a:extLst>
          </p:cNvPr>
          <p:cNvSpPr/>
          <p:nvPr/>
        </p:nvSpPr>
        <p:spPr>
          <a:xfrm>
            <a:off x="1380744" y="831921"/>
            <a:ext cx="55046" cy="55046"/>
          </a:xfrm>
          <a:prstGeom prst="rect">
            <a:avLst/>
          </a:prstGeom>
          <a:solidFill>
            <a:srgbClr val="CCCBD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24320A5-6F31-D7A1-9E8F-97BD629FA7CC}"/>
              </a:ext>
            </a:extLst>
          </p:cNvPr>
          <p:cNvSpPr/>
          <p:nvPr/>
        </p:nvSpPr>
        <p:spPr>
          <a:xfrm>
            <a:off x="1444751" y="831921"/>
            <a:ext cx="55046" cy="55046"/>
          </a:xfrm>
          <a:prstGeom prst="rect">
            <a:avLst/>
          </a:prstGeom>
          <a:solidFill>
            <a:srgbClr val="D1D0E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FEF4113-8C54-B9F8-A9D1-96D8A0BB878C}"/>
              </a:ext>
            </a:extLst>
          </p:cNvPr>
          <p:cNvSpPr/>
          <p:nvPr/>
        </p:nvSpPr>
        <p:spPr>
          <a:xfrm>
            <a:off x="1508760" y="831921"/>
            <a:ext cx="55046" cy="55046"/>
          </a:xfrm>
          <a:prstGeom prst="rect">
            <a:avLst/>
          </a:prstGeom>
          <a:solidFill>
            <a:srgbClr val="A9A7C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05A3417-F661-3257-AF1D-5741CE9FAE58}"/>
              </a:ext>
            </a:extLst>
          </p:cNvPr>
          <p:cNvSpPr/>
          <p:nvPr/>
        </p:nvSpPr>
        <p:spPr>
          <a:xfrm>
            <a:off x="1572768" y="831921"/>
            <a:ext cx="55046" cy="55046"/>
          </a:xfrm>
          <a:prstGeom prst="rect">
            <a:avLst/>
          </a:prstGeom>
          <a:solidFill>
            <a:srgbClr val="DBDB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FD3A84C-F2E3-3BD0-F805-5623569BA622}"/>
              </a:ext>
            </a:extLst>
          </p:cNvPr>
          <p:cNvSpPr/>
          <p:nvPr/>
        </p:nvSpPr>
        <p:spPr>
          <a:xfrm>
            <a:off x="1252728" y="895929"/>
            <a:ext cx="55046" cy="55046"/>
          </a:xfrm>
          <a:prstGeom prst="rect">
            <a:avLst/>
          </a:prstGeom>
          <a:solidFill>
            <a:srgbClr val="DCDC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9B537C6-73E2-353F-3A22-906AD0054705}"/>
              </a:ext>
            </a:extLst>
          </p:cNvPr>
          <p:cNvSpPr/>
          <p:nvPr/>
        </p:nvSpPr>
        <p:spPr>
          <a:xfrm>
            <a:off x="1316736" y="895929"/>
            <a:ext cx="55046" cy="55046"/>
          </a:xfrm>
          <a:prstGeom prst="rect">
            <a:avLst/>
          </a:prstGeom>
          <a:solidFill>
            <a:srgbClr val="B1B0C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C816611-7099-C7FC-14BA-C9563F2707E8}"/>
              </a:ext>
            </a:extLst>
          </p:cNvPr>
          <p:cNvSpPr/>
          <p:nvPr/>
        </p:nvSpPr>
        <p:spPr>
          <a:xfrm>
            <a:off x="1380744" y="895929"/>
            <a:ext cx="55046" cy="55046"/>
          </a:xfrm>
          <a:prstGeom prst="rect">
            <a:avLst/>
          </a:prstGeom>
          <a:solidFill>
            <a:srgbClr val="B6B5D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F7B0F58-CF2C-9CDC-E20E-BFD27BAEEBB8}"/>
              </a:ext>
            </a:extLst>
          </p:cNvPr>
          <p:cNvSpPr/>
          <p:nvPr/>
        </p:nvSpPr>
        <p:spPr>
          <a:xfrm>
            <a:off x="1444751" y="895929"/>
            <a:ext cx="55046" cy="55046"/>
          </a:xfrm>
          <a:prstGeom prst="rect">
            <a:avLst/>
          </a:prstGeom>
          <a:solidFill>
            <a:srgbClr val="8E8CB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5EEE967-F1F4-FC15-96FF-B2AFE1812CAB}"/>
              </a:ext>
            </a:extLst>
          </p:cNvPr>
          <p:cNvSpPr/>
          <p:nvPr/>
        </p:nvSpPr>
        <p:spPr>
          <a:xfrm>
            <a:off x="1508760" y="895929"/>
            <a:ext cx="55046" cy="55046"/>
          </a:xfrm>
          <a:prstGeom prst="rect">
            <a:avLst/>
          </a:prstGeom>
          <a:solidFill>
            <a:srgbClr val="A7A6C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40F1BCE-50C3-67FF-1A1A-600D84F6F27A}"/>
              </a:ext>
            </a:extLst>
          </p:cNvPr>
          <p:cNvSpPr/>
          <p:nvPr/>
        </p:nvSpPr>
        <p:spPr>
          <a:xfrm>
            <a:off x="1572768" y="895929"/>
            <a:ext cx="55046" cy="55046"/>
          </a:xfrm>
          <a:prstGeom prst="rect">
            <a:avLst/>
          </a:prstGeom>
          <a:solidFill>
            <a:srgbClr val="B2B0C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7A4C468-ACC0-40D6-81BC-1789584EECCB}"/>
              </a:ext>
            </a:extLst>
          </p:cNvPr>
          <p:cNvSpPr/>
          <p:nvPr/>
        </p:nvSpPr>
        <p:spPr>
          <a:xfrm>
            <a:off x="1252728" y="959937"/>
            <a:ext cx="55046" cy="55046"/>
          </a:xfrm>
          <a:prstGeom prst="rect">
            <a:avLst/>
          </a:prstGeom>
          <a:solidFill>
            <a:srgbClr val="B3B2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3341733-05E0-470D-AC1D-8283F1E16D8A}"/>
              </a:ext>
            </a:extLst>
          </p:cNvPr>
          <p:cNvSpPr/>
          <p:nvPr/>
        </p:nvSpPr>
        <p:spPr>
          <a:xfrm>
            <a:off x="1316736" y="959937"/>
            <a:ext cx="55046" cy="55046"/>
          </a:xfrm>
          <a:prstGeom prst="rect">
            <a:avLst/>
          </a:prstGeom>
          <a:solidFill>
            <a:srgbClr val="C9C8D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1F2023E-1EB2-97BB-51EF-A4B3327C1E5E}"/>
              </a:ext>
            </a:extLst>
          </p:cNvPr>
          <p:cNvSpPr/>
          <p:nvPr/>
        </p:nvSpPr>
        <p:spPr>
          <a:xfrm>
            <a:off x="1380744" y="959937"/>
            <a:ext cx="55046" cy="55046"/>
          </a:xfrm>
          <a:prstGeom prst="rect">
            <a:avLst/>
          </a:prstGeom>
          <a:solidFill>
            <a:srgbClr val="DEDEE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982BC94-E62B-C38C-A268-EE61909E094E}"/>
              </a:ext>
            </a:extLst>
          </p:cNvPr>
          <p:cNvSpPr/>
          <p:nvPr/>
        </p:nvSpPr>
        <p:spPr>
          <a:xfrm>
            <a:off x="1444751" y="959937"/>
            <a:ext cx="55046" cy="55046"/>
          </a:xfrm>
          <a:prstGeom prst="rect">
            <a:avLst/>
          </a:prstGeom>
          <a:solidFill>
            <a:srgbClr val="CECDE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1DEFFDD1-FBE6-019A-FEF2-7B1FF1AF0B04}"/>
              </a:ext>
            </a:extLst>
          </p:cNvPr>
          <p:cNvSpPr/>
          <p:nvPr/>
        </p:nvSpPr>
        <p:spPr>
          <a:xfrm>
            <a:off x="1508760" y="959937"/>
            <a:ext cx="55046" cy="55046"/>
          </a:xfrm>
          <a:prstGeom prst="rect">
            <a:avLst/>
          </a:prstGeom>
          <a:solidFill>
            <a:srgbClr val="A2A0C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E7E0922-1A1B-1614-D9FE-4867302AF561}"/>
              </a:ext>
            </a:extLst>
          </p:cNvPr>
          <p:cNvSpPr/>
          <p:nvPr/>
        </p:nvSpPr>
        <p:spPr>
          <a:xfrm>
            <a:off x="1572768" y="959937"/>
            <a:ext cx="55046" cy="55046"/>
          </a:xfrm>
          <a:prstGeom prst="rect">
            <a:avLst/>
          </a:prstGeom>
          <a:solidFill>
            <a:srgbClr val="CDCDE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DF64400-516C-0F1E-F7C3-BB7B1C408BA2}"/>
              </a:ext>
            </a:extLst>
          </p:cNvPr>
          <p:cNvSpPr/>
          <p:nvPr/>
        </p:nvSpPr>
        <p:spPr>
          <a:xfrm>
            <a:off x="3427719" y="964143"/>
            <a:ext cx="66568" cy="96560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C14A205-B939-C8C6-9221-F4C85F530E15}"/>
              </a:ext>
            </a:extLst>
          </p:cNvPr>
          <p:cNvSpPr/>
          <p:nvPr/>
        </p:nvSpPr>
        <p:spPr>
          <a:xfrm>
            <a:off x="3546591" y="925519"/>
            <a:ext cx="66568" cy="135184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2F4571E-2682-B257-EEC5-25432A81E3E7}"/>
              </a:ext>
            </a:extLst>
          </p:cNvPr>
          <p:cNvSpPr/>
          <p:nvPr/>
        </p:nvSpPr>
        <p:spPr>
          <a:xfrm>
            <a:off x="3665463" y="861145"/>
            <a:ext cx="66568" cy="19955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B9EBADD-B7A4-1281-56BD-8BDD4D1F5791}"/>
              </a:ext>
            </a:extLst>
          </p:cNvPr>
          <p:cNvSpPr/>
          <p:nvPr/>
        </p:nvSpPr>
        <p:spPr>
          <a:xfrm>
            <a:off x="3784335" y="883676"/>
            <a:ext cx="66568" cy="177027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25C3719-9981-A688-7227-19479F33838C}"/>
              </a:ext>
            </a:extLst>
          </p:cNvPr>
          <p:cNvSpPr/>
          <p:nvPr/>
        </p:nvSpPr>
        <p:spPr>
          <a:xfrm>
            <a:off x="3903207" y="803208"/>
            <a:ext cx="66568" cy="257495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24331DD-1E0A-DC9D-B413-520F29A96B7A}"/>
              </a:ext>
            </a:extLst>
          </p:cNvPr>
          <p:cNvSpPr/>
          <p:nvPr/>
        </p:nvSpPr>
        <p:spPr>
          <a:xfrm>
            <a:off x="4022079" y="835395"/>
            <a:ext cx="66568" cy="22530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6D0580D-87DD-8CC5-033D-3206819E36EF}"/>
              </a:ext>
            </a:extLst>
          </p:cNvPr>
          <p:cNvSpPr/>
          <p:nvPr/>
        </p:nvSpPr>
        <p:spPr>
          <a:xfrm>
            <a:off x="1252728" y="1453713"/>
            <a:ext cx="55046" cy="55046"/>
          </a:xfrm>
          <a:prstGeom prst="rect">
            <a:avLst/>
          </a:prstGeom>
          <a:solidFill>
            <a:srgbClr val="ECB79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75E970C-702B-D5F4-4B0F-7E50CB9CAE66}"/>
              </a:ext>
            </a:extLst>
          </p:cNvPr>
          <p:cNvSpPr/>
          <p:nvPr/>
        </p:nvSpPr>
        <p:spPr>
          <a:xfrm>
            <a:off x="1252728" y="1517721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23116DE-5A99-0C6A-D282-091C7EBFF034}"/>
              </a:ext>
            </a:extLst>
          </p:cNvPr>
          <p:cNvSpPr/>
          <p:nvPr/>
        </p:nvSpPr>
        <p:spPr>
          <a:xfrm>
            <a:off x="1316736" y="1517721"/>
            <a:ext cx="55046" cy="55046"/>
          </a:xfrm>
          <a:prstGeom prst="rect">
            <a:avLst/>
          </a:prstGeom>
          <a:solidFill>
            <a:srgbClr val="EFC3A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CF463D6-2B62-AE53-C6CC-5AB135C2D05A}"/>
              </a:ext>
            </a:extLst>
          </p:cNvPr>
          <p:cNvSpPr/>
          <p:nvPr/>
        </p:nvSpPr>
        <p:spPr>
          <a:xfrm>
            <a:off x="1252728" y="1581729"/>
            <a:ext cx="55046" cy="55046"/>
          </a:xfrm>
          <a:prstGeom prst="rect">
            <a:avLst/>
          </a:prstGeom>
          <a:solidFill>
            <a:srgbClr val="F4D5C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84D8739-156B-6CC4-B7A9-489B6C925274}"/>
              </a:ext>
            </a:extLst>
          </p:cNvPr>
          <p:cNvSpPr/>
          <p:nvPr/>
        </p:nvSpPr>
        <p:spPr>
          <a:xfrm>
            <a:off x="1316736" y="1581729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9EE69E6-5470-0893-7350-BE8E70F229BD}"/>
              </a:ext>
            </a:extLst>
          </p:cNvPr>
          <p:cNvSpPr/>
          <p:nvPr/>
        </p:nvSpPr>
        <p:spPr>
          <a:xfrm>
            <a:off x="1380744" y="1581729"/>
            <a:ext cx="55046" cy="55046"/>
          </a:xfrm>
          <a:prstGeom prst="rect">
            <a:avLst/>
          </a:prstGeom>
          <a:solidFill>
            <a:srgbClr val="E08D5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EA7114C-5A1F-B013-80F0-88697EACEDAE}"/>
              </a:ext>
            </a:extLst>
          </p:cNvPr>
          <p:cNvSpPr/>
          <p:nvPr/>
        </p:nvSpPr>
        <p:spPr>
          <a:xfrm>
            <a:off x="1252728" y="1645737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6734DB25-B834-34FE-8D2B-FD85BFECDC43}"/>
              </a:ext>
            </a:extLst>
          </p:cNvPr>
          <p:cNvSpPr/>
          <p:nvPr/>
        </p:nvSpPr>
        <p:spPr>
          <a:xfrm>
            <a:off x="1316736" y="1645737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247907C-6FFD-4766-0BF3-5055FB6E3ABC}"/>
              </a:ext>
            </a:extLst>
          </p:cNvPr>
          <p:cNvSpPr/>
          <p:nvPr/>
        </p:nvSpPr>
        <p:spPr>
          <a:xfrm>
            <a:off x="1380744" y="1645737"/>
            <a:ext cx="55046" cy="55046"/>
          </a:xfrm>
          <a:prstGeom prst="rect">
            <a:avLst/>
          </a:prstGeom>
          <a:solidFill>
            <a:srgbClr val="E59F7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3DD51F42-E6D1-7ADD-9E82-E9BA43F3107F}"/>
              </a:ext>
            </a:extLst>
          </p:cNvPr>
          <p:cNvSpPr/>
          <p:nvPr/>
        </p:nvSpPr>
        <p:spPr>
          <a:xfrm>
            <a:off x="1444751" y="1645737"/>
            <a:ext cx="55046" cy="55046"/>
          </a:xfrm>
          <a:prstGeom prst="rect">
            <a:avLst/>
          </a:prstGeom>
          <a:solidFill>
            <a:srgbClr val="F0C9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B6EC90F-0D24-417C-B428-204DA5F522C4}"/>
              </a:ext>
            </a:extLst>
          </p:cNvPr>
          <p:cNvSpPr/>
          <p:nvPr/>
        </p:nvSpPr>
        <p:spPr>
          <a:xfrm>
            <a:off x="1252728" y="1709745"/>
            <a:ext cx="55046" cy="55046"/>
          </a:xfrm>
          <a:prstGeom prst="rect">
            <a:avLst/>
          </a:prstGeom>
          <a:solidFill>
            <a:srgbClr val="F2CFB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0E5CA59-0DC4-ED82-9937-6F2D76821BE2}"/>
              </a:ext>
            </a:extLst>
          </p:cNvPr>
          <p:cNvSpPr/>
          <p:nvPr/>
        </p:nvSpPr>
        <p:spPr>
          <a:xfrm>
            <a:off x="1316736" y="1709745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AA1F66E-DA22-C907-2FDC-107024AA7EEA}"/>
              </a:ext>
            </a:extLst>
          </p:cNvPr>
          <p:cNvSpPr/>
          <p:nvPr/>
        </p:nvSpPr>
        <p:spPr>
          <a:xfrm>
            <a:off x="1380744" y="1709745"/>
            <a:ext cx="55046" cy="55046"/>
          </a:xfrm>
          <a:prstGeom prst="rect">
            <a:avLst/>
          </a:prstGeom>
          <a:solidFill>
            <a:srgbClr val="DF8A5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6E3530F-B258-341C-8ADA-C2EAFC4A1687}"/>
              </a:ext>
            </a:extLst>
          </p:cNvPr>
          <p:cNvSpPr/>
          <p:nvPr/>
        </p:nvSpPr>
        <p:spPr>
          <a:xfrm>
            <a:off x="1444751" y="1709745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11246FF-58D6-85D1-E6E6-CF87A51A7750}"/>
              </a:ext>
            </a:extLst>
          </p:cNvPr>
          <p:cNvSpPr/>
          <p:nvPr/>
        </p:nvSpPr>
        <p:spPr>
          <a:xfrm>
            <a:off x="1508760" y="1709745"/>
            <a:ext cx="55046" cy="55046"/>
          </a:xfrm>
          <a:prstGeom prst="rect">
            <a:avLst/>
          </a:prstGeom>
          <a:solidFill>
            <a:srgbClr val="F6DDC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Freeform 122">
            <a:extLst>
              <a:ext uri="{FF2B5EF4-FFF2-40B4-BE49-F238E27FC236}">
                <a16:creationId xmlns:a16="http://schemas.microsoft.com/office/drawing/2014/main" id="{0612FA94-241E-2877-5829-44E7A0B01621}"/>
              </a:ext>
            </a:extLst>
          </p:cNvPr>
          <p:cNvSpPr/>
          <p:nvPr/>
        </p:nvSpPr>
        <p:spPr>
          <a:xfrm>
            <a:off x="1865376" y="1499616"/>
            <a:ext cx="960120" cy="0"/>
          </a:xfrm>
          <a:custGeom>
            <a:avLst/>
            <a:gdLst/>
            <a:ahLst/>
            <a:cxnLst/>
            <a:rect l="l" t="t" r="r" b="b"/>
            <a:pathLst>
              <a:path w="960120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143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D98BE567-4DCE-5591-1114-9D96F9B4819F}"/>
              </a:ext>
            </a:extLst>
          </p:cNvPr>
          <p:cNvSpPr/>
          <p:nvPr/>
        </p:nvSpPr>
        <p:spPr>
          <a:xfrm>
            <a:off x="3427719" y="1768815"/>
            <a:ext cx="66568" cy="96560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5DAA85F-AB72-3BB1-FB1D-4E25CED6276C}"/>
              </a:ext>
            </a:extLst>
          </p:cNvPr>
          <p:cNvSpPr/>
          <p:nvPr/>
        </p:nvSpPr>
        <p:spPr>
          <a:xfrm>
            <a:off x="3427719" y="1749503"/>
            <a:ext cx="66568" cy="19312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E8408DA-3C37-BEDB-C8D1-3C29975BA3C5}"/>
              </a:ext>
            </a:extLst>
          </p:cNvPr>
          <p:cNvSpPr/>
          <p:nvPr/>
        </p:nvSpPr>
        <p:spPr>
          <a:xfrm>
            <a:off x="3546591" y="1730191"/>
            <a:ext cx="66568" cy="135184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F55C662-0BFD-E5C2-02DF-2E41AC5FC189}"/>
              </a:ext>
            </a:extLst>
          </p:cNvPr>
          <p:cNvSpPr/>
          <p:nvPr/>
        </p:nvSpPr>
        <p:spPr>
          <a:xfrm>
            <a:off x="3546591" y="1698004"/>
            <a:ext cx="66568" cy="32186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59F4DBB-4F40-1C34-2843-2352B58FBC1B}"/>
              </a:ext>
            </a:extLst>
          </p:cNvPr>
          <p:cNvSpPr/>
          <p:nvPr/>
        </p:nvSpPr>
        <p:spPr>
          <a:xfrm>
            <a:off x="3665463" y="1665817"/>
            <a:ext cx="66568" cy="19955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42E42BA-CDF1-E2C1-72A5-97B4C4F73782}"/>
              </a:ext>
            </a:extLst>
          </p:cNvPr>
          <p:cNvSpPr/>
          <p:nvPr/>
        </p:nvSpPr>
        <p:spPr>
          <a:xfrm>
            <a:off x="3665463" y="1530632"/>
            <a:ext cx="66568" cy="135184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99E1F2C-36DF-A4C1-AD6E-554F40596DB6}"/>
              </a:ext>
            </a:extLst>
          </p:cNvPr>
          <p:cNvSpPr/>
          <p:nvPr/>
        </p:nvSpPr>
        <p:spPr>
          <a:xfrm>
            <a:off x="3784335" y="1688348"/>
            <a:ext cx="66568" cy="177027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5940FC7-6E0E-91FF-C840-32D558E8A33C}"/>
              </a:ext>
            </a:extLst>
          </p:cNvPr>
          <p:cNvSpPr/>
          <p:nvPr/>
        </p:nvSpPr>
        <p:spPr>
          <a:xfrm>
            <a:off x="3784335" y="1643286"/>
            <a:ext cx="66568" cy="45061"/>
          </a:xfrm>
          <a:prstGeom prst="rect">
            <a:avLst/>
          </a:prstGeom>
          <a:solidFill>
            <a:srgbClr val="F1A48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72FBA0F-96DA-0EB6-6A7F-070E969649C1}"/>
              </a:ext>
            </a:extLst>
          </p:cNvPr>
          <p:cNvSpPr/>
          <p:nvPr/>
        </p:nvSpPr>
        <p:spPr>
          <a:xfrm>
            <a:off x="3903207" y="1607880"/>
            <a:ext cx="66568" cy="257495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3441DE7-6528-8466-D72E-FECA96968EDF}"/>
              </a:ext>
            </a:extLst>
          </p:cNvPr>
          <p:cNvSpPr/>
          <p:nvPr/>
        </p:nvSpPr>
        <p:spPr>
          <a:xfrm>
            <a:off x="4022079" y="1640067"/>
            <a:ext cx="66568" cy="225308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A836200F-3106-C613-EDEF-88C234691F09}"/>
              </a:ext>
            </a:extLst>
          </p:cNvPr>
          <p:cNvSpPr/>
          <p:nvPr/>
        </p:nvSpPr>
        <p:spPr>
          <a:xfrm>
            <a:off x="114300" y="123444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663EE417-731B-5C25-F47E-E2BA57510156}"/>
              </a:ext>
            </a:extLst>
          </p:cNvPr>
          <p:cNvSpPr/>
          <p:nvPr/>
        </p:nvSpPr>
        <p:spPr>
          <a:xfrm>
            <a:off x="82296" y="91440"/>
            <a:ext cx="365760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C3C2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87E9E37-2D9E-FC0A-B405-BF4468EF8146}"/>
              </a:ext>
            </a:extLst>
          </p:cNvPr>
          <p:cNvSpPr/>
          <p:nvPr/>
        </p:nvSpPr>
        <p:spPr>
          <a:xfrm>
            <a:off x="175564" y="326440"/>
            <a:ext cx="307238" cy="23774"/>
          </a:xfrm>
          <a:prstGeom prst="rect">
            <a:avLst/>
          </a:prstGeom>
          <a:solidFill>
            <a:srgbClr val="BCCB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18C4A50-DD7B-F62A-8BB8-96F2ED428988}"/>
              </a:ext>
            </a:extLst>
          </p:cNvPr>
          <p:cNvSpPr/>
          <p:nvPr/>
        </p:nvSpPr>
        <p:spPr>
          <a:xfrm>
            <a:off x="175564" y="289864"/>
            <a:ext cx="307238" cy="23774"/>
          </a:xfrm>
          <a:prstGeom prst="rect">
            <a:avLst/>
          </a:prstGeom>
          <a:solidFill>
            <a:srgbClr val="CFDCC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1B700C5-C31D-70E9-968E-5140E6631F5C}"/>
              </a:ext>
            </a:extLst>
          </p:cNvPr>
          <p:cNvSpPr/>
          <p:nvPr/>
        </p:nvSpPr>
        <p:spPr>
          <a:xfrm>
            <a:off x="175564" y="253288"/>
            <a:ext cx="307238" cy="23774"/>
          </a:xfrm>
          <a:prstGeom prst="rect">
            <a:avLst/>
          </a:prstGeom>
          <a:solidFill>
            <a:srgbClr val="EADBB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967D5EED-EE0B-6762-5CB2-60524BF15031}"/>
              </a:ext>
            </a:extLst>
          </p:cNvPr>
          <p:cNvSpPr/>
          <p:nvPr/>
        </p:nvSpPr>
        <p:spPr>
          <a:xfrm>
            <a:off x="175564" y="216712"/>
            <a:ext cx="307238" cy="23774"/>
          </a:xfrm>
          <a:prstGeom prst="rect">
            <a:avLst/>
          </a:prstGeom>
          <a:solidFill>
            <a:srgbClr val="BCCBE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E1BBC5A-3F0F-C938-E564-BF837B83E116}"/>
              </a:ext>
            </a:extLst>
          </p:cNvPr>
          <p:cNvSpPr/>
          <p:nvPr/>
        </p:nvSpPr>
        <p:spPr>
          <a:xfrm>
            <a:off x="175564" y="180136"/>
            <a:ext cx="307238" cy="23774"/>
          </a:xfrm>
          <a:prstGeom prst="rect">
            <a:avLst/>
          </a:prstGeom>
          <a:solidFill>
            <a:srgbClr val="CFDCC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386DF88-4F6E-E9AA-38FA-EB1D742EE22A}"/>
              </a:ext>
            </a:extLst>
          </p:cNvPr>
          <p:cNvSpPr/>
          <p:nvPr/>
        </p:nvSpPr>
        <p:spPr>
          <a:xfrm>
            <a:off x="2131695" y="187452"/>
            <a:ext cx="241989" cy="161848"/>
          </a:xfrm>
          <a:prstGeom prst="rect">
            <a:avLst/>
          </a:prstGeom>
          <a:noFill/>
          <a:ln w="8890">
            <a:solidFill>
              <a:srgbClr val="D9722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E912FA82-30BA-7265-180E-DA084122C2D8}"/>
              </a:ext>
            </a:extLst>
          </p:cNvPr>
          <p:cNvSpPr/>
          <p:nvPr/>
        </p:nvSpPr>
        <p:spPr>
          <a:xfrm>
            <a:off x="1380744" y="639897"/>
            <a:ext cx="55046" cy="375086"/>
          </a:xfrm>
          <a:prstGeom prst="rect">
            <a:avLst/>
          </a:prstGeom>
          <a:noFill/>
          <a:ln w="1016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Freeform 142">
            <a:extLst>
              <a:ext uri="{FF2B5EF4-FFF2-40B4-BE49-F238E27FC236}">
                <a16:creationId xmlns:a16="http://schemas.microsoft.com/office/drawing/2014/main" id="{5C42757E-36DC-C39C-3F71-1CFCBA801F10}"/>
              </a:ext>
            </a:extLst>
          </p:cNvPr>
          <p:cNvSpPr/>
          <p:nvPr/>
        </p:nvSpPr>
        <p:spPr>
          <a:xfrm>
            <a:off x="3698748" y="658368"/>
            <a:ext cx="0" cy="402336"/>
          </a:xfrm>
          <a:custGeom>
            <a:avLst/>
            <a:gdLst/>
            <a:ahLst/>
            <a:cxnLst/>
            <a:rect l="l" t="t" r="r" b="b"/>
            <a:pathLst>
              <a:path h="402336">
                <a:moveTo>
                  <a:pt x="0" y="402336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D9722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38323C92-DC10-C0C5-85A2-1BFEB17EFF83}"/>
              </a:ext>
            </a:extLst>
          </p:cNvPr>
          <p:cNvSpPr/>
          <p:nvPr/>
        </p:nvSpPr>
        <p:spPr>
          <a:xfrm>
            <a:off x="1380744" y="1572768"/>
            <a:ext cx="55046" cy="192023"/>
          </a:xfrm>
          <a:prstGeom prst="rect">
            <a:avLst/>
          </a:prstGeom>
          <a:noFill/>
          <a:ln w="10160">
            <a:solidFill>
              <a:srgbClr val="A84D1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Freeform 144">
            <a:extLst>
              <a:ext uri="{FF2B5EF4-FFF2-40B4-BE49-F238E27FC236}">
                <a16:creationId xmlns:a16="http://schemas.microsoft.com/office/drawing/2014/main" id="{878AF68A-D39F-3BE4-341D-86BDE0BE56FC}"/>
              </a:ext>
            </a:extLst>
          </p:cNvPr>
          <p:cNvSpPr/>
          <p:nvPr/>
        </p:nvSpPr>
        <p:spPr>
          <a:xfrm>
            <a:off x="3698748" y="1463040"/>
            <a:ext cx="0" cy="402336"/>
          </a:xfrm>
          <a:custGeom>
            <a:avLst/>
            <a:gdLst/>
            <a:ahLst/>
            <a:cxnLst/>
            <a:rect l="l" t="t" r="r" b="b"/>
            <a:pathLst>
              <a:path h="402336">
                <a:moveTo>
                  <a:pt x="0" y="402336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D9722F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74465B6-42D1-65B6-995F-3B2F836CA9C8}"/>
              </a:ext>
            </a:extLst>
          </p:cNvPr>
          <p:cNvSpPr/>
          <p:nvPr/>
        </p:nvSpPr>
        <p:spPr>
          <a:xfrm>
            <a:off x="3442716" y="1495044"/>
            <a:ext cx="45720" cy="45720"/>
          </a:xfrm>
          <a:prstGeom prst="rect">
            <a:avLst/>
          </a:prstGeom>
          <a:solidFill>
            <a:srgbClr val="807EA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AAFD401-FCD5-9248-9797-1D133C41721B}"/>
              </a:ext>
            </a:extLst>
          </p:cNvPr>
          <p:cNvSpPr/>
          <p:nvPr/>
        </p:nvSpPr>
        <p:spPr>
          <a:xfrm>
            <a:off x="3442716" y="1554480"/>
            <a:ext cx="45720" cy="45720"/>
          </a:xfrm>
          <a:prstGeom prst="rect">
            <a:avLst/>
          </a:prstGeom>
          <a:solidFill>
            <a:srgbClr val="F1A48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8" name="Connector 147">
            <a:extLst>
              <a:ext uri="{FF2B5EF4-FFF2-40B4-BE49-F238E27FC236}">
                <a16:creationId xmlns:a16="http://schemas.microsoft.com/office/drawing/2014/main" id="{0F6C8A13-91BB-B771-EEB7-FE71EB90B51D}"/>
              </a:ext>
            </a:extLst>
          </p:cNvPr>
          <p:cNvCxnSpPr/>
          <p:nvPr/>
        </p:nvCxnSpPr>
        <p:spPr>
          <a:xfrm>
            <a:off x="499393" y="268544"/>
            <a:ext cx="189933" cy="423031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49" name="Connector 148">
            <a:extLst>
              <a:ext uri="{FF2B5EF4-FFF2-40B4-BE49-F238E27FC236}">
                <a16:creationId xmlns:a16="http://schemas.microsoft.com/office/drawing/2014/main" id="{CD3367D5-D4BB-693B-9600-BA1934F66F61}"/>
              </a:ext>
            </a:extLst>
          </p:cNvPr>
          <p:cNvCxnSpPr/>
          <p:nvPr/>
        </p:nvCxnSpPr>
        <p:spPr>
          <a:xfrm>
            <a:off x="548640" y="770382"/>
            <a:ext cx="132587" cy="0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0" name="Connector 149">
            <a:extLst>
              <a:ext uri="{FF2B5EF4-FFF2-40B4-BE49-F238E27FC236}">
                <a16:creationId xmlns:a16="http://schemas.microsoft.com/office/drawing/2014/main" id="{85E77FDD-FEC3-3AA1-FAE2-A8100FE8687B}"/>
              </a:ext>
            </a:extLst>
          </p:cNvPr>
          <p:cNvCxnSpPr/>
          <p:nvPr/>
        </p:nvCxnSpPr>
        <p:spPr>
          <a:xfrm flipV="1">
            <a:off x="928997" y="232041"/>
            <a:ext cx="226837" cy="523469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1" name="Connector 150">
            <a:extLst>
              <a:ext uri="{FF2B5EF4-FFF2-40B4-BE49-F238E27FC236}">
                <a16:creationId xmlns:a16="http://schemas.microsoft.com/office/drawing/2014/main" id="{4CC34F55-4C19-3017-C38A-DAE117909079}"/>
              </a:ext>
            </a:extLst>
          </p:cNvPr>
          <p:cNvCxnSpPr/>
          <p:nvPr/>
        </p:nvCxnSpPr>
        <p:spPr>
          <a:xfrm flipV="1">
            <a:off x="936345" y="827883"/>
            <a:ext cx="212141" cy="81593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2" name="Connector 151">
            <a:extLst>
              <a:ext uri="{FF2B5EF4-FFF2-40B4-BE49-F238E27FC236}">
                <a16:creationId xmlns:a16="http://schemas.microsoft.com/office/drawing/2014/main" id="{395C312A-6EB3-7C6D-60C4-8F866DA35191}"/>
              </a:ext>
            </a:extLst>
          </p:cNvPr>
          <p:cNvCxnSpPr/>
          <p:nvPr/>
        </p:nvCxnSpPr>
        <p:spPr>
          <a:xfrm>
            <a:off x="929584" y="1082162"/>
            <a:ext cx="225663" cy="460003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3" name="Connector 152">
            <a:extLst>
              <a:ext uri="{FF2B5EF4-FFF2-40B4-BE49-F238E27FC236}">
                <a16:creationId xmlns:a16="http://schemas.microsoft.com/office/drawing/2014/main" id="{047EA7A4-2A6A-82B7-84DD-CB9F059F81C1}"/>
              </a:ext>
            </a:extLst>
          </p:cNvPr>
          <p:cNvCxnSpPr/>
          <p:nvPr/>
        </p:nvCxnSpPr>
        <p:spPr>
          <a:xfrm>
            <a:off x="1458468" y="244144"/>
            <a:ext cx="192024" cy="0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4" name="Connector 153">
            <a:extLst>
              <a:ext uri="{FF2B5EF4-FFF2-40B4-BE49-F238E27FC236}">
                <a16:creationId xmlns:a16="http://schemas.microsoft.com/office/drawing/2014/main" id="{F5B2A6AD-F8FA-98B0-3995-AD603A51BA10}"/>
              </a:ext>
            </a:extLst>
          </p:cNvPr>
          <p:cNvCxnSpPr/>
          <p:nvPr/>
        </p:nvCxnSpPr>
        <p:spPr>
          <a:xfrm>
            <a:off x="1676868" y="828235"/>
            <a:ext cx="84407" cy="35169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cxnSp>
        <p:nvCxnSpPr>
          <p:cNvPr id="155" name="Connector 154">
            <a:extLst>
              <a:ext uri="{FF2B5EF4-FFF2-40B4-BE49-F238E27FC236}">
                <a16:creationId xmlns:a16="http://schemas.microsoft.com/office/drawing/2014/main" id="{9425F909-7292-0F66-64E1-764796AF2FCE}"/>
              </a:ext>
            </a:extLst>
          </p:cNvPr>
          <p:cNvCxnSpPr/>
          <p:nvPr/>
        </p:nvCxnSpPr>
        <p:spPr>
          <a:xfrm>
            <a:off x="2252689" y="358444"/>
            <a:ext cx="174860" cy="568757"/>
          </a:xfrm>
          <a:prstGeom prst="line">
            <a:avLst/>
          </a:prstGeom>
          <a:ln w="8890">
            <a:solidFill>
              <a:srgbClr val="D9722F"/>
            </a:solidFill>
            <a:prstDash val="dash"/>
            <a:tailEnd type="triangle" w="med" len="med"/>
          </a:ln>
        </p:spPr>
      </p:cxnSp>
      <p:sp>
        <p:nvSpPr>
          <p:cNvPr id="156" name="Freeform 155">
            <a:extLst>
              <a:ext uri="{FF2B5EF4-FFF2-40B4-BE49-F238E27FC236}">
                <a16:creationId xmlns:a16="http://schemas.microsoft.com/office/drawing/2014/main" id="{34F52DF1-2F82-9D24-A57E-361F0E4F9F2C}"/>
              </a:ext>
            </a:extLst>
          </p:cNvPr>
          <p:cNvSpPr/>
          <p:nvPr/>
        </p:nvSpPr>
        <p:spPr>
          <a:xfrm>
            <a:off x="1997415" y="870508"/>
            <a:ext cx="0" cy="109728"/>
          </a:xfrm>
          <a:custGeom>
            <a:avLst/>
            <a:gdLst/>
            <a:ahLst/>
            <a:cxnLst/>
            <a:rect l="l" t="t" r="r" b="b"/>
            <a:pathLst>
              <a:path h="109728">
                <a:moveTo>
                  <a:pt x="0" y="109728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4F4D8A"/>
            </a:solidFill>
            <a:prstDash val="sysDot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Freeform 156">
            <a:extLst>
              <a:ext uri="{FF2B5EF4-FFF2-40B4-BE49-F238E27FC236}">
                <a16:creationId xmlns:a16="http://schemas.microsoft.com/office/drawing/2014/main" id="{4168032E-3A18-3CB6-E0BE-19CBD6EEEF1A}"/>
              </a:ext>
            </a:extLst>
          </p:cNvPr>
          <p:cNvSpPr/>
          <p:nvPr/>
        </p:nvSpPr>
        <p:spPr>
          <a:xfrm>
            <a:off x="1997415" y="980236"/>
            <a:ext cx="153253" cy="43892"/>
          </a:xfrm>
          <a:custGeom>
            <a:avLst/>
            <a:gdLst/>
            <a:ahLst/>
            <a:cxnLst/>
            <a:rect l="l" t="t" r="r" b="b"/>
            <a:pathLst>
              <a:path w="153253" h="43892">
                <a:moveTo>
                  <a:pt x="153253" y="43892"/>
                </a:moveTo>
                <a:lnTo>
                  <a:pt x="0" y="0"/>
                </a:lnTo>
              </a:path>
            </a:pathLst>
          </a:custGeom>
          <a:noFill/>
          <a:ln w="20320">
            <a:solidFill>
              <a:srgbClr val="4F4D8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Freeform 157">
            <a:extLst>
              <a:ext uri="{FF2B5EF4-FFF2-40B4-BE49-F238E27FC236}">
                <a16:creationId xmlns:a16="http://schemas.microsoft.com/office/drawing/2014/main" id="{BCBB531F-DA8F-67BF-C917-5DA1ECA6C6CD}"/>
              </a:ext>
            </a:extLst>
          </p:cNvPr>
          <p:cNvSpPr/>
          <p:nvPr/>
        </p:nvSpPr>
        <p:spPr>
          <a:xfrm>
            <a:off x="2267529" y="707745"/>
            <a:ext cx="0" cy="310896"/>
          </a:xfrm>
          <a:custGeom>
            <a:avLst/>
            <a:gdLst/>
            <a:ahLst/>
            <a:cxnLst/>
            <a:rect l="l" t="t" r="r" b="b"/>
            <a:pathLst>
              <a:path h="310896">
                <a:moveTo>
                  <a:pt x="0" y="310896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D9722F"/>
            </a:solidFill>
            <a:prstDash val="sysDot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Freeform 158">
            <a:extLst>
              <a:ext uri="{FF2B5EF4-FFF2-40B4-BE49-F238E27FC236}">
                <a16:creationId xmlns:a16="http://schemas.microsoft.com/office/drawing/2014/main" id="{34353AB9-7299-4373-38E9-5117122914F8}"/>
              </a:ext>
            </a:extLst>
          </p:cNvPr>
          <p:cNvSpPr/>
          <p:nvPr/>
        </p:nvSpPr>
        <p:spPr>
          <a:xfrm>
            <a:off x="2150668" y="1018641"/>
            <a:ext cx="116861" cy="5487"/>
          </a:xfrm>
          <a:custGeom>
            <a:avLst/>
            <a:gdLst/>
            <a:ahLst/>
            <a:cxnLst/>
            <a:rect l="l" t="t" r="r" b="b"/>
            <a:pathLst>
              <a:path w="116861" h="5487">
                <a:moveTo>
                  <a:pt x="0" y="5487"/>
                </a:moveTo>
                <a:lnTo>
                  <a:pt x="116861" y="0"/>
                </a:lnTo>
              </a:path>
            </a:pathLst>
          </a:custGeom>
          <a:noFill/>
          <a:ln w="2032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0" name="Connector 159">
            <a:extLst>
              <a:ext uri="{FF2B5EF4-FFF2-40B4-BE49-F238E27FC236}">
                <a16:creationId xmlns:a16="http://schemas.microsoft.com/office/drawing/2014/main" id="{0E2EEA29-5036-DFDB-777E-A6D5733B0005}"/>
              </a:ext>
            </a:extLst>
          </p:cNvPr>
          <p:cNvCxnSpPr/>
          <p:nvPr/>
        </p:nvCxnSpPr>
        <p:spPr>
          <a:xfrm>
            <a:off x="3268980" y="813816"/>
            <a:ext cx="82296" cy="0"/>
          </a:xfrm>
          <a:prstGeom prst="line">
            <a:avLst/>
          </a:prstGeom>
          <a:ln w="11430">
            <a:solidFill>
              <a:srgbClr val="52514E"/>
            </a:solidFill>
            <a:tailEnd type="triangle" w="med" len="med"/>
          </a:ln>
        </p:spPr>
      </p:cxnSp>
      <p:cxnSp>
        <p:nvCxnSpPr>
          <p:cNvPr id="161" name="Connector 160">
            <a:extLst>
              <a:ext uri="{FF2B5EF4-FFF2-40B4-BE49-F238E27FC236}">
                <a16:creationId xmlns:a16="http://schemas.microsoft.com/office/drawing/2014/main" id="{904BBD2E-B9AB-D190-9DD8-76D56C0AD640}"/>
              </a:ext>
            </a:extLst>
          </p:cNvPr>
          <p:cNvCxnSpPr/>
          <p:nvPr/>
        </p:nvCxnSpPr>
        <p:spPr>
          <a:xfrm>
            <a:off x="1677923" y="1499616"/>
            <a:ext cx="118872" cy="0"/>
          </a:xfrm>
          <a:prstGeom prst="line">
            <a:avLst/>
          </a:prstGeom>
          <a:ln w="10160">
            <a:solidFill>
              <a:srgbClr val="52514E"/>
            </a:solidFill>
            <a:tailEnd type="triangle" w="med" len="med"/>
          </a:ln>
        </p:spPr>
      </p:cxnSp>
      <p:sp>
        <p:nvSpPr>
          <p:cNvPr id="162" name="Freeform 161">
            <a:extLst>
              <a:ext uri="{FF2B5EF4-FFF2-40B4-BE49-F238E27FC236}">
                <a16:creationId xmlns:a16="http://schemas.microsoft.com/office/drawing/2014/main" id="{C9C76F42-CC03-6B85-1AC2-21F0B11644EF}"/>
              </a:ext>
            </a:extLst>
          </p:cNvPr>
          <p:cNvSpPr/>
          <p:nvPr/>
        </p:nvSpPr>
        <p:spPr>
          <a:xfrm>
            <a:off x="1876348" y="1350994"/>
            <a:ext cx="565100" cy="118446"/>
          </a:xfrm>
          <a:custGeom>
            <a:avLst/>
            <a:gdLst/>
            <a:ahLst/>
            <a:cxnLst/>
            <a:rect l="l" t="t" r="r" b="b"/>
            <a:pathLst>
              <a:path w="565100" h="118446">
                <a:moveTo>
                  <a:pt x="565100" y="118446"/>
                </a:moveTo>
                <a:lnTo>
                  <a:pt x="540530" y="98705"/>
                </a:lnTo>
                <a:lnTo>
                  <a:pt x="515960" y="80759"/>
                </a:lnTo>
                <a:lnTo>
                  <a:pt x="491391" y="64607"/>
                </a:lnTo>
                <a:lnTo>
                  <a:pt x="466821" y="50250"/>
                </a:lnTo>
                <a:lnTo>
                  <a:pt x="442252" y="37687"/>
                </a:lnTo>
                <a:lnTo>
                  <a:pt x="417682" y="26919"/>
                </a:lnTo>
                <a:lnTo>
                  <a:pt x="393113" y="17946"/>
                </a:lnTo>
                <a:lnTo>
                  <a:pt x="368543" y="10768"/>
                </a:lnTo>
                <a:lnTo>
                  <a:pt x="343974" y="5384"/>
                </a:lnTo>
                <a:lnTo>
                  <a:pt x="319404" y="1794"/>
                </a:lnTo>
                <a:lnTo>
                  <a:pt x="294835" y="0"/>
                </a:lnTo>
                <a:lnTo>
                  <a:pt x="270265" y="0"/>
                </a:lnTo>
                <a:lnTo>
                  <a:pt x="245696" y="1794"/>
                </a:lnTo>
                <a:lnTo>
                  <a:pt x="221126" y="5384"/>
                </a:lnTo>
                <a:lnTo>
                  <a:pt x="196557" y="10768"/>
                </a:lnTo>
                <a:lnTo>
                  <a:pt x="171987" y="17946"/>
                </a:lnTo>
                <a:lnTo>
                  <a:pt x="147417" y="26919"/>
                </a:lnTo>
                <a:lnTo>
                  <a:pt x="122848" y="37687"/>
                </a:lnTo>
                <a:lnTo>
                  <a:pt x="98278" y="50250"/>
                </a:lnTo>
                <a:lnTo>
                  <a:pt x="73709" y="64607"/>
                </a:lnTo>
                <a:lnTo>
                  <a:pt x="49139" y="80759"/>
                </a:lnTo>
                <a:lnTo>
                  <a:pt x="24570" y="98705"/>
                </a:lnTo>
                <a:lnTo>
                  <a:pt x="0" y="118446"/>
                </a:lnTo>
              </a:path>
            </a:pathLst>
          </a:custGeom>
          <a:noFill/>
          <a:ln w="10414">
            <a:solidFill>
              <a:srgbClr val="EBB591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Freeform 162">
            <a:extLst>
              <a:ext uri="{FF2B5EF4-FFF2-40B4-BE49-F238E27FC236}">
                <a16:creationId xmlns:a16="http://schemas.microsoft.com/office/drawing/2014/main" id="{26DBA501-77B0-59EC-F857-5B62094A9101}"/>
              </a:ext>
            </a:extLst>
          </p:cNvPr>
          <p:cNvSpPr/>
          <p:nvPr/>
        </p:nvSpPr>
        <p:spPr>
          <a:xfrm>
            <a:off x="1876348" y="1270496"/>
            <a:ext cx="949148" cy="198944"/>
          </a:xfrm>
          <a:custGeom>
            <a:avLst/>
            <a:gdLst/>
            <a:ahLst/>
            <a:cxnLst/>
            <a:rect l="l" t="t" r="r" b="b"/>
            <a:pathLst>
              <a:path w="949148" h="198944">
                <a:moveTo>
                  <a:pt x="949148" y="198944"/>
                </a:moveTo>
                <a:lnTo>
                  <a:pt x="907880" y="165787"/>
                </a:lnTo>
                <a:lnTo>
                  <a:pt x="866613" y="135644"/>
                </a:lnTo>
                <a:lnTo>
                  <a:pt x="825346" y="108515"/>
                </a:lnTo>
                <a:lnTo>
                  <a:pt x="784078" y="84401"/>
                </a:lnTo>
                <a:lnTo>
                  <a:pt x="742811" y="63301"/>
                </a:lnTo>
                <a:lnTo>
                  <a:pt x="701544" y="45215"/>
                </a:lnTo>
                <a:lnTo>
                  <a:pt x="660277" y="30143"/>
                </a:lnTo>
                <a:lnTo>
                  <a:pt x="619009" y="18086"/>
                </a:lnTo>
                <a:lnTo>
                  <a:pt x="577742" y="9043"/>
                </a:lnTo>
                <a:lnTo>
                  <a:pt x="536475" y="3014"/>
                </a:lnTo>
                <a:lnTo>
                  <a:pt x="495208" y="0"/>
                </a:lnTo>
                <a:lnTo>
                  <a:pt x="453940" y="0"/>
                </a:lnTo>
                <a:lnTo>
                  <a:pt x="412673" y="3014"/>
                </a:lnTo>
                <a:lnTo>
                  <a:pt x="371406" y="9043"/>
                </a:lnTo>
                <a:lnTo>
                  <a:pt x="330138" y="18086"/>
                </a:lnTo>
                <a:lnTo>
                  <a:pt x="288871" y="30143"/>
                </a:lnTo>
                <a:lnTo>
                  <a:pt x="247604" y="45215"/>
                </a:lnTo>
                <a:lnTo>
                  <a:pt x="206337" y="63301"/>
                </a:lnTo>
                <a:lnTo>
                  <a:pt x="165069" y="84401"/>
                </a:lnTo>
                <a:lnTo>
                  <a:pt x="123802" y="108515"/>
                </a:lnTo>
                <a:lnTo>
                  <a:pt x="82535" y="135644"/>
                </a:lnTo>
                <a:lnTo>
                  <a:pt x="41268" y="165787"/>
                </a:lnTo>
                <a:lnTo>
                  <a:pt x="0" y="198944"/>
                </a:lnTo>
              </a:path>
            </a:pathLst>
          </a:custGeom>
          <a:noFill/>
          <a:ln w="11176">
            <a:solidFill>
              <a:srgbClr val="EAB08B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Freeform 163">
            <a:extLst>
              <a:ext uri="{FF2B5EF4-FFF2-40B4-BE49-F238E27FC236}">
                <a16:creationId xmlns:a16="http://schemas.microsoft.com/office/drawing/2014/main" id="{7890B643-D4A2-6F0D-6BCD-40FA82D012FF}"/>
              </a:ext>
            </a:extLst>
          </p:cNvPr>
          <p:cNvSpPr/>
          <p:nvPr/>
        </p:nvSpPr>
        <p:spPr>
          <a:xfrm>
            <a:off x="2452420" y="1431491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1938">
            <a:solidFill>
              <a:srgbClr val="E8AB84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Freeform 164">
            <a:extLst>
              <a:ext uri="{FF2B5EF4-FFF2-40B4-BE49-F238E27FC236}">
                <a16:creationId xmlns:a16="http://schemas.microsoft.com/office/drawing/2014/main" id="{A2EA7DC2-BDC8-ED29-9F77-CB06FF10ABD2}"/>
              </a:ext>
            </a:extLst>
          </p:cNvPr>
          <p:cNvSpPr/>
          <p:nvPr/>
        </p:nvSpPr>
        <p:spPr>
          <a:xfrm>
            <a:off x="2068372" y="1431491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2700">
            <a:solidFill>
              <a:srgbClr val="E7A77D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Freeform 165">
            <a:extLst>
              <a:ext uri="{FF2B5EF4-FFF2-40B4-BE49-F238E27FC236}">
                <a16:creationId xmlns:a16="http://schemas.microsoft.com/office/drawing/2014/main" id="{F6CDC2CD-D39E-3873-DB00-843634248FBC}"/>
              </a:ext>
            </a:extLst>
          </p:cNvPr>
          <p:cNvSpPr/>
          <p:nvPr/>
        </p:nvSpPr>
        <p:spPr>
          <a:xfrm>
            <a:off x="1876348" y="1431491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4224">
            <a:solidFill>
              <a:srgbClr val="E59E6F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Freeform 166">
            <a:extLst>
              <a:ext uri="{FF2B5EF4-FFF2-40B4-BE49-F238E27FC236}">
                <a16:creationId xmlns:a16="http://schemas.microsoft.com/office/drawing/2014/main" id="{F9B6895E-930E-CF0D-D53C-79FDE60410F3}"/>
              </a:ext>
            </a:extLst>
          </p:cNvPr>
          <p:cNvSpPr/>
          <p:nvPr/>
        </p:nvSpPr>
        <p:spPr>
          <a:xfrm>
            <a:off x="2260396" y="1391243"/>
            <a:ext cx="373076" cy="78197"/>
          </a:xfrm>
          <a:custGeom>
            <a:avLst/>
            <a:gdLst/>
            <a:ahLst/>
            <a:cxnLst/>
            <a:rect l="l" t="t" r="r" b="b"/>
            <a:pathLst>
              <a:path w="373076" h="78197">
                <a:moveTo>
                  <a:pt x="373076" y="78197"/>
                </a:moveTo>
                <a:lnTo>
                  <a:pt x="356855" y="65164"/>
                </a:lnTo>
                <a:lnTo>
                  <a:pt x="340634" y="53316"/>
                </a:lnTo>
                <a:lnTo>
                  <a:pt x="324414" y="42653"/>
                </a:lnTo>
                <a:lnTo>
                  <a:pt x="308193" y="33174"/>
                </a:lnTo>
                <a:lnTo>
                  <a:pt x="291972" y="24881"/>
                </a:lnTo>
                <a:lnTo>
                  <a:pt x="275752" y="17772"/>
                </a:lnTo>
                <a:lnTo>
                  <a:pt x="259531" y="11848"/>
                </a:lnTo>
                <a:lnTo>
                  <a:pt x="243310" y="7108"/>
                </a:lnTo>
                <a:lnTo>
                  <a:pt x="227090" y="3554"/>
                </a:lnTo>
                <a:lnTo>
                  <a:pt x="210869" y="1184"/>
                </a:lnTo>
                <a:lnTo>
                  <a:pt x="194648" y="0"/>
                </a:lnTo>
                <a:lnTo>
                  <a:pt x="178428" y="0"/>
                </a:lnTo>
                <a:lnTo>
                  <a:pt x="162207" y="1184"/>
                </a:lnTo>
                <a:lnTo>
                  <a:pt x="145986" y="3554"/>
                </a:lnTo>
                <a:lnTo>
                  <a:pt x="129766" y="7108"/>
                </a:lnTo>
                <a:lnTo>
                  <a:pt x="113545" y="11848"/>
                </a:lnTo>
                <a:lnTo>
                  <a:pt x="97324" y="17772"/>
                </a:lnTo>
                <a:lnTo>
                  <a:pt x="81104" y="24881"/>
                </a:lnTo>
                <a:lnTo>
                  <a:pt x="64883" y="33174"/>
                </a:lnTo>
                <a:lnTo>
                  <a:pt x="48662" y="42653"/>
                </a:lnTo>
                <a:lnTo>
                  <a:pt x="32442" y="53316"/>
                </a:lnTo>
                <a:lnTo>
                  <a:pt x="16221" y="65164"/>
                </a:lnTo>
                <a:lnTo>
                  <a:pt x="0" y="78197"/>
                </a:lnTo>
              </a:path>
            </a:pathLst>
          </a:custGeom>
          <a:noFill/>
          <a:ln w="17272">
            <a:solidFill>
              <a:srgbClr val="E08B54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Freeform 167">
            <a:extLst>
              <a:ext uri="{FF2B5EF4-FFF2-40B4-BE49-F238E27FC236}">
                <a16:creationId xmlns:a16="http://schemas.microsoft.com/office/drawing/2014/main" id="{DE04E8AD-FFE0-5F7A-DC0E-259F24933B05}"/>
              </a:ext>
            </a:extLst>
          </p:cNvPr>
          <p:cNvSpPr/>
          <p:nvPr/>
        </p:nvSpPr>
        <p:spPr>
          <a:xfrm>
            <a:off x="2260396" y="1431491"/>
            <a:ext cx="181052" cy="37949"/>
          </a:xfrm>
          <a:custGeom>
            <a:avLst/>
            <a:gdLst/>
            <a:ahLst/>
            <a:cxnLst/>
            <a:rect l="l" t="t" r="r" b="b"/>
            <a:pathLst>
              <a:path w="181052" h="37949">
                <a:moveTo>
                  <a:pt x="181052" y="37949"/>
                </a:moveTo>
                <a:lnTo>
                  <a:pt x="173180" y="31624"/>
                </a:lnTo>
                <a:lnTo>
                  <a:pt x="165308" y="25875"/>
                </a:lnTo>
                <a:lnTo>
                  <a:pt x="157436" y="20700"/>
                </a:lnTo>
                <a:lnTo>
                  <a:pt x="149564" y="16100"/>
                </a:lnTo>
                <a:lnTo>
                  <a:pt x="141693" y="12075"/>
                </a:lnTo>
                <a:lnTo>
                  <a:pt x="133821" y="8625"/>
                </a:lnTo>
                <a:lnTo>
                  <a:pt x="125949" y="5750"/>
                </a:lnTo>
                <a:lnTo>
                  <a:pt x="118077" y="3450"/>
                </a:lnTo>
                <a:lnTo>
                  <a:pt x="110205" y="1725"/>
                </a:lnTo>
                <a:lnTo>
                  <a:pt x="102334" y="575"/>
                </a:lnTo>
                <a:lnTo>
                  <a:pt x="94462" y="0"/>
                </a:lnTo>
                <a:lnTo>
                  <a:pt x="86590" y="0"/>
                </a:lnTo>
                <a:lnTo>
                  <a:pt x="78718" y="575"/>
                </a:lnTo>
                <a:lnTo>
                  <a:pt x="70846" y="1725"/>
                </a:lnTo>
                <a:lnTo>
                  <a:pt x="62975" y="3450"/>
                </a:lnTo>
                <a:lnTo>
                  <a:pt x="55103" y="5750"/>
                </a:lnTo>
                <a:lnTo>
                  <a:pt x="47231" y="8625"/>
                </a:lnTo>
                <a:lnTo>
                  <a:pt x="39359" y="12075"/>
                </a:lnTo>
                <a:lnTo>
                  <a:pt x="31487" y="16100"/>
                </a:lnTo>
                <a:lnTo>
                  <a:pt x="23616" y="20700"/>
                </a:lnTo>
                <a:lnTo>
                  <a:pt x="15744" y="25875"/>
                </a:lnTo>
                <a:lnTo>
                  <a:pt x="7872" y="31624"/>
                </a:lnTo>
                <a:lnTo>
                  <a:pt x="0" y="37949"/>
                </a:lnTo>
              </a:path>
            </a:pathLst>
          </a:custGeom>
          <a:noFill/>
          <a:ln w="19558">
            <a:solidFill>
              <a:srgbClr val="DC7E40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Freeform 168">
            <a:extLst>
              <a:ext uri="{FF2B5EF4-FFF2-40B4-BE49-F238E27FC236}">
                <a16:creationId xmlns:a16="http://schemas.microsoft.com/office/drawing/2014/main" id="{24819E2F-DE5E-C763-B740-5CCBD2536508}"/>
              </a:ext>
            </a:extLst>
          </p:cNvPr>
          <p:cNvSpPr/>
          <p:nvPr/>
        </p:nvSpPr>
        <p:spPr>
          <a:xfrm>
            <a:off x="2260396" y="1350994"/>
            <a:ext cx="565100" cy="118446"/>
          </a:xfrm>
          <a:custGeom>
            <a:avLst/>
            <a:gdLst/>
            <a:ahLst/>
            <a:cxnLst/>
            <a:rect l="l" t="t" r="r" b="b"/>
            <a:pathLst>
              <a:path w="565100" h="118446">
                <a:moveTo>
                  <a:pt x="565100" y="118446"/>
                </a:moveTo>
                <a:lnTo>
                  <a:pt x="540530" y="98705"/>
                </a:lnTo>
                <a:lnTo>
                  <a:pt x="515960" y="80759"/>
                </a:lnTo>
                <a:lnTo>
                  <a:pt x="491391" y="64607"/>
                </a:lnTo>
                <a:lnTo>
                  <a:pt x="466821" y="50250"/>
                </a:lnTo>
                <a:lnTo>
                  <a:pt x="442252" y="37687"/>
                </a:lnTo>
                <a:lnTo>
                  <a:pt x="417682" y="26919"/>
                </a:lnTo>
                <a:lnTo>
                  <a:pt x="393113" y="17946"/>
                </a:lnTo>
                <a:lnTo>
                  <a:pt x="368543" y="10768"/>
                </a:lnTo>
                <a:lnTo>
                  <a:pt x="343974" y="5384"/>
                </a:lnTo>
                <a:lnTo>
                  <a:pt x="319404" y="1794"/>
                </a:lnTo>
                <a:lnTo>
                  <a:pt x="294835" y="0"/>
                </a:lnTo>
                <a:lnTo>
                  <a:pt x="270265" y="0"/>
                </a:lnTo>
                <a:lnTo>
                  <a:pt x="245696" y="1794"/>
                </a:lnTo>
                <a:lnTo>
                  <a:pt x="221126" y="5384"/>
                </a:lnTo>
                <a:lnTo>
                  <a:pt x="196557" y="10768"/>
                </a:lnTo>
                <a:lnTo>
                  <a:pt x="171987" y="17946"/>
                </a:lnTo>
                <a:lnTo>
                  <a:pt x="147417" y="26919"/>
                </a:lnTo>
                <a:lnTo>
                  <a:pt x="122848" y="37687"/>
                </a:lnTo>
                <a:lnTo>
                  <a:pt x="98278" y="50250"/>
                </a:lnTo>
                <a:lnTo>
                  <a:pt x="73709" y="64607"/>
                </a:lnTo>
                <a:lnTo>
                  <a:pt x="49139" y="80759"/>
                </a:lnTo>
                <a:lnTo>
                  <a:pt x="24570" y="98705"/>
                </a:lnTo>
                <a:lnTo>
                  <a:pt x="0" y="118446"/>
                </a:lnTo>
              </a:path>
            </a:pathLst>
          </a:custGeom>
          <a:noFill/>
          <a:ln w="20015">
            <a:solidFill>
              <a:srgbClr val="DB7B3C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0" name="Connector 169">
            <a:extLst>
              <a:ext uri="{FF2B5EF4-FFF2-40B4-BE49-F238E27FC236}">
                <a16:creationId xmlns:a16="http://schemas.microsoft.com/office/drawing/2014/main" id="{F987BAD8-C051-1F20-5EE0-C1BA7F43A1D4}"/>
              </a:ext>
            </a:extLst>
          </p:cNvPr>
          <p:cNvCxnSpPr/>
          <p:nvPr/>
        </p:nvCxnSpPr>
        <p:spPr>
          <a:xfrm>
            <a:off x="2903220" y="1499616"/>
            <a:ext cx="448056" cy="0"/>
          </a:xfrm>
          <a:prstGeom prst="line">
            <a:avLst/>
          </a:prstGeom>
          <a:ln w="11430">
            <a:solidFill>
              <a:srgbClr val="52514E"/>
            </a:solidFill>
            <a:tailEnd type="triangle" w="med" len="med"/>
          </a:ln>
        </p:spPr>
      </p:cxnSp>
      <p:sp>
        <p:nvSpPr>
          <p:cNvPr id="171" name="Freeform 170">
            <a:extLst>
              <a:ext uri="{FF2B5EF4-FFF2-40B4-BE49-F238E27FC236}">
                <a16:creationId xmlns:a16="http://schemas.microsoft.com/office/drawing/2014/main" id="{5BABCA54-F5C9-7108-4E72-C604C4A8A9CB}"/>
              </a:ext>
            </a:extLst>
          </p:cNvPr>
          <p:cNvSpPr/>
          <p:nvPr/>
        </p:nvSpPr>
        <p:spPr>
          <a:xfrm>
            <a:off x="3724351" y="1521488"/>
            <a:ext cx="93269" cy="108082"/>
          </a:xfrm>
          <a:custGeom>
            <a:avLst/>
            <a:gdLst/>
            <a:ahLst/>
            <a:cxnLst/>
            <a:rect l="l" t="t" r="r" b="b"/>
            <a:pathLst>
              <a:path w="93269" h="108082">
                <a:moveTo>
                  <a:pt x="93269" y="108082"/>
                </a:moveTo>
                <a:lnTo>
                  <a:pt x="92270" y="100745"/>
                </a:lnTo>
                <a:lnTo>
                  <a:pt x="90993" y="93648"/>
                </a:lnTo>
                <a:lnTo>
                  <a:pt x="89439" y="86791"/>
                </a:lnTo>
                <a:lnTo>
                  <a:pt x="87607" y="80173"/>
                </a:lnTo>
                <a:lnTo>
                  <a:pt x="85497" y="73796"/>
                </a:lnTo>
                <a:lnTo>
                  <a:pt x="83109" y="67658"/>
                </a:lnTo>
                <a:lnTo>
                  <a:pt x="80443" y="61760"/>
                </a:lnTo>
                <a:lnTo>
                  <a:pt x="77499" y="56101"/>
                </a:lnTo>
                <a:lnTo>
                  <a:pt x="74278" y="50683"/>
                </a:lnTo>
                <a:lnTo>
                  <a:pt x="70778" y="45504"/>
                </a:lnTo>
                <a:lnTo>
                  <a:pt x="67001" y="40565"/>
                </a:lnTo>
                <a:lnTo>
                  <a:pt x="62946" y="35866"/>
                </a:lnTo>
                <a:lnTo>
                  <a:pt x="58613" y="31406"/>
                </a:lnTo>
                <a:lnTo>
                  <a:pt x="54002" y="27187"/>
                </a:lnTo>
                <a:lnTo>
                  <a:pt x="49113" y="23207"/>
                </a:lnTo>
                <a:lnTo>
                  <a:pt x="43946" y="19467"/>
                </a:lnTo>
                <a:lnTo>
                  <a:pt x="38502" y="15966"/>
                </a:lnTo>
                <a:lnTo>
                  <a:pt x="32780" y="12706"/>
                </a:lnTo>
                <a:lnTo>
                  <a:pt x="26779" y="9685"/>
                </a:lnTo>
                <a:lnTo>
                  <a:pt x="20501" y="6904"/>
                </a:lnTo>
                <a:lnTo>
                  <a:pt x="13945" y="4363"/>
                </a:lnTo>
                <a:lnTo>
                  <a:pt x="7111" y="2062"/>
                </a:lnTo>
                <a:lnTo>
                  <a:pt x="0" y="0"/>
                </a:lnTo>
              </a:path>
            </a:pathLst>
          </a:custGeom>
          <a:noFill/>
          <a:ln w="16129">
            <a:solidFill>
              <a:srgbClr val="E59F72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Freeform 171">
            <a:extLst>
              <a:ext uri="{FF2B5EF4-FFF2-40B4-BE49-F238E27FC236}">
                <a16:creationId xmlns:a16="http://schemas.microsoft.com/office/drawing/2014/main" id="{A19C2308-9231-8775-EAC4-1015359D30F8}"/>
              </a:ext>
            </a:extLst>
          </p:cNvPr>
          <p:cNvSpPr/>
          <p:nvPr/>
        </p:nvSpPr>
        <p:spPr>
          <a:xfrm>
            <a:off x="3724351" y="1507675"/>
            <a:ext cx="212140" cy="86489"/>
          </a:xfrm>
          <a:custGeom>
            <a:avLst/>
            <a:gdLst/>
            <a:ahLst/>
            <a:cxnLst/>
            <a:rect l="l" t="t" r="r" b="b"/>
            <a:pathLst>
              <a:path w="212140" h="86489">
                <a:moveTo>
                  <a:pt x="212140" y="86489"/>
                </a:moveTo>
                <a:lnTo>
                  <a:pt x="205335" y="76272"/>
                </a:lnTo>
                <a:lnTo>
                  <a:pt x="198310" y="66695"/>
                </a:lnTo>
                <a:lnTo>
                  <a:pt x="191064" y="57761"/>
                </a:lnTo>
                <a:lnTo>
                  <a:pt x="183599" y="49468"/>
                </a:lnTo>
                <a:lnTo>
                  <a:pt x="175915" y="41817"/>
                </a:lnTo>
                <a:lnTo>
                  <a:pt x="168010" y="34807"/>
                </a:lnTo>
                <a:lnTo>
                  <a:pt x="159886" y="28439"/>
                </a:lnTo>
                <a:lnTo>
                  <a:pt x="151541" y="22713"/>
                </a:lnTo>
                <a:lnTo>
                  <a:pt x="142977" y="17628"/>
                </a:lnTo>
                <a:lnTo>
                  <a:pt x="134193" y="13185"/>
                </a:lnTo>
                <a:lnTo>
                  <a:pt x="125190" y="9383"/>
                </a:lnTo>
                <a:lnTo>
                  <a:pt x="115966" y="6223"/>
                </a:lnTo>
                <a:lnTo>
                  <a:pt x="106523" y="3705"/>
                </a:lnTo>
                <a:lnTo>
                  <a:pt x="96860" y="1829"/>
                </a:lnTo>
                <a:lnTo>
                  <a:pt x="86977" y="594"/>
                </a:lnTo>
                <a:lnTo>
                  <a:pt x="76874" y="0"/>
                </a:lnTo>
                <a:lnTo>
                  <a:pt x="66551" y="49"/>
                </a:lnTo>
                <a:lnTo>
                  <a:pt x="56009" y="739"/>
                </a:lnTo>
                <a:lnTo>
                  <a:pt x="45247" y="2070"/>
                </a:lnTo>
                <a:lnTo>
                  <a:pt x="34265" y="4043"/>
                </a:lnTo>
                <a:lnTo>
                  <a:pt x="23063" y="6658"/>
                </a:lnTo>
                <a:lnTo>
                  <a:pt x="11641" y="9915"/>
                </a:lnTo>
                <a:lnTo>
                  <a:pt x="0" y="13813"/>
                </a:lnTo>
              </a:path>
            </a:pathLst>
          </a:custGeom>
          <a:noFill/>
          <a:ln w="19684">
            <a:solidFill>
              <a:srgbClr val="E18E59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Freeform 172">
            <a:extLst>
              <a:ext uri="{FF2B5EF4-FFF2-40B4-BE49-F238E27FC236}">
                <a16:creationId xmlns:a16="http://schemas.microsoft.com/office/drawing/2014/main" id="{2F838E12-44CA-AD72-7993-03FEA24F4432}"/>
              </a:ext>
            </a:extLst>
          </p:cNvPr>
          <p:cNvSpPr/>
          <p:nvPr/>
        </p:nvSpPr>
        <p:spPr>
          <a:xfrm>
            <a:off x="3724351" y="1488881"/>
            <a:ext cx="331013" cy="137470"/>
          </a:xfrm>
          <a:custGeom>
            <a:avLst/>
            <a:gdLst/>
            <a:ahLst/>
            <a:cxnLst/>
            <a:rect l="l" t="t" r="r" b="b"/>
            <a:pathLst>
              <a:path w="331013" h="137470">
                <a:moveTo>
                  <a:pt x="331013" y="137470"/>
                </a:moveTo>
                <a:lnTo>
                  <a:pt x="320633" y="120246"/>
                </a:lnTo>
                <a:lnTo>
                  <a:pt x="309888" y="104173"/>
                </a:lnTo>
                <a:lnTo>
                  <a:pt x="298779" y="89252"/>
                </a:lnTo>
                <a:lnTo>
                  <a:pt x="287305" y="75482"/>
                </a:lnTo>
                <a:lnTo>
                  <a:pt x="275467" y="62863"/>
                </a:lnTo>
                <a:lnTo>
                  <a:pt x="263263" y="51396"/>
                </a:lnTo>
                <a:lnTo>
                  <a:pt x="250695" y="41080"/>
                </a:lnTo>
                <a:lnTo>
                  <a:pt x="237762" y="31915"/>
                </a:lnTo>
                <a:lnTo>
                  <a:pt x="224465" y="23902"/>
                </a:lnTo>
                <a:lnTo>
                  <a:pt x="210802" y="17040"/>
                </a:lnTo>
                <a:lnTo>
                  <a:pt x="196775" y="11329"/>
                </a:lnTo>
                <a:lnTo>
                  <a:pt x="182383" y="6770"/>
                </a:lnTo>
                <a:lnTo>
                  <a:pt x="167627" y="3362"/>
                </a:lnTo>
                <a:lnTo>
                  <a:pt x="152505" y="1105"/>
                </a:lnTo>
                <a:lnTo>
                  <a:pt x="137019" y="0"/>
                </a:lnTo>
                <a:lnTo>
                  <a:pt x="121168" y="46"/>
                </a:lnTo>
                <a:lnTo>
                  <a:pt x="104953" y="1244"/>
                </a:lnTo>
                <a:lnTo>
                  <a:pt x="88372" y="3593"/>
                </a:lnTo>
                <a:lnTo>
                  <a:pt x="71427" y="7093"/>
                </a:lnTo>
                <a:lnTo>
                  <a:pt x="54118" y="11744"/>
                </a:lnTo>
                <a:lnTo>
                  <a:pt x="36443" y="17547"/>
                </a:lnTo>
                <a:lnTo>
                  <a:pt x="18404" y="24501"/>
                </a:lnTo>
                <a:lnTo>
                  <a:pt x="0" y="32607"/>
                </a:lnTo>
              </a:path>
            </a:pathLst>
          </a:custGeom>
          <a:noFill/>
          <a:ln w="23240">
            <a:solidFill>
              <a:srgbClr val="DC7D40"/>
            </a:solidFill>
            <a:tailEnd type="triangle" w="med" len="med"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" name="Connector 173">
            <a:extLst>
              <a:ext uri="{FF2B5EF4-FFF2-40B4-BE49-F238E27FC236}">
                <a16:creationId xmlns:a16="http://schemas.microsoft.com/office/drawing/2014/main" id="{005C0771-F4F6-1039-3A82-A6E3E3607AA8}"/>
              </a:ext>
            </a:extLst>
          </p:cNvPr>
          <p:cNvCxnSpPr/>
          <p:nvPr/>
        </p:nvCxnSpPr>
        <p:spPr>
          <a:xfrm>
            <a:off x="3538728" y="1133856"/>
            <a:ext cx="0" cy="196596"/>
          </a:xfrm>
          <a:prstGeom prst="line">
            <a:avLst/>
          </a:prstGeom>
          <a:ln w="13970">
            <a:solidFill>
              <a:srgbClr val="52514E"/>
            </a:solidFill>
            <a:tailEnd type="triangle" w="med" len="med"/>
          </a:ln>
        </p:spPr>
      </p:cxnSp>
      <p:cxnSp>
        <p:nvCxnSpPr>
          <p:cNvPr id="175" name="Connector 174">
            <a:extLst>
              <a:ext uri="{FF2B5EF4-FFF2-40B4-BE49-F238E27FC236}">
                <a16:creationId xmlns:a16="http://schemas.microsoft.com/office/drawing/2014/main" id="{E8183E1A-FCAB-7767-195E-1C166F86B245}"/>
              </a:ext>
            </a:extLst>
          </p:cNvPr>
          <p:cNvCxnSpPr/>
          <p:nvPr/>
        </p:nvCxnSpPr>
        <p:spPr>
          <a:xfrm flipH="1" flipV="1">
            <a:off x="1997415" y="870508"/>
            <a:ext cx="153253" cy="153620"/>
          </a:xfrm>
          <a:prstGeom prst="line">
            <a:avLst/>
          </a:prstGeom>
          <a:ln w="11430">
            <a:solidFill>
              <a:srgbClr val="4F4D8A"/>
            </a:solidFill>
            <a:tailEnd type="triangle" w="med" len="med"/>
          </a:ln>
        </p:spPr>
      </p:cxnSp>
      <p:cxnSp>
        <p:nvCxnSpPr>
          <p:cNvPr id="176" name="Connector 175">
            <a:extLst>
              <a:ext uri="{FF2B5EF4-FFF2-40B4-BE49-F238E27FC236}">
                <a16:creationId xmlns:a16="http://schemas.microsoft.com/office/drawing/2014/main" id="{CE7AD8C6-2CCE-0FF3-250F-9E274D67DB5F}"/>
              </a:ext>
            </a:extLst>
          </p:cNvPr>
          <p:cNvCxnSpPr/>
          <p:nvPr/>
        </p:nvCxnSpPr>
        <p:spPr>
          <a:xfrm flipV="1">
            <a:off x="2150668" y="707745"/>
            <a:ext cx="116861" cy="316383"/>
          </a:xfrm>
          <a:prstGeom prst="line">
            <a:avLst/>
          </a:prstGeom>
          <a:ln w="11430">
            <a:solidFill>
              <a:srgbClr val="D9722F"/>
            </a:solidFill>
            <a:tailEnd type="triangle" w="med" len="med"/>
          </a:ln>
        </p:spPr>
      </p:cxnSp>
      <p:sp>
        <p:nvSpPr>
          <p:cNvPr id="177" name="Oval 176">
            <a:extLst>
              <a:ext uri="{FF2B5EF4-FFF2-40B4-BE49-F238E27FC236}">
                <a16:creationId xmlns:a16="http://schemas.microsoft.com/office/drawing/2014/main" id="{EA85CB95-7EAF-AA4E-6525-78D7A60EB693}"/>
              </a:ext>
            </a:extLst>
          </p:cNvPr>
          <p:cNvSpPr/>
          <p:nvPr/>
        </p:nvSpPr>
        <p:spPr>
          <a:xfrm>
            <a:off x="3912717" y="738286"/>
            <a:ext cx="47548" cy="47548"/>
          </a:xfrm>
          <a:prstGeom prst="ellipse">
            <a:avLst/>
          </a:prstGeom>
          <a:solidFill>
            <a:srgbClr val="4F4D8A"/>
          </a:solidFill>
          <a:ln w="76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5933B31C-900A-808F-BF7C-1BBA367BC9E2}"/>
              </a:ext>
            </a:extLst>
          </p:cNvPr>
          <p:cNvSpPr/>
          <p:nvPr/>
        </p:nvSpPr>
        <p:spPr>
          <a:xfrm>
            <a:off x="1835200" y="1469440"/>
            <a:ext cx="60350" cy="60350"/>
          </a:xfrm>
          <a:prstGeom prst="ellipse">
            <a:avLst/>
          </a:prstGeom>
          <a:solidFill>
            <a:srgbClr val="BCCBE3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1F3E3A8B-5E58-543C-62F1-BFE5C47614A2}"/>
              </a:ext>
            </a:extLst>
          </p:cNvPr>
          <p:cNvSpPr/>
          <p:nvPr/>
        </p:nvSpPr>
        <p:spPr>
          <a:xfrm>
            <a:off x="2027224" y="1469440"/>
            <a:ext cx="60350" cy="60350"/>
          </a:xfrm>
          <a:prstGeom prst="ellipse">
            <a:avLst/>
          </a:prstGeom>
          <a:solidFill>
            <a:srgbClr val="CFDCC3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D1B04B67-E2BE-E8E6-D634-BAEB7DAF22CC}"/>
              </a:ext>
            </a:extLst>
          </p:cNvPr>
          <p:cNvSpPr/>
          <p:nvPr/>
        </p:nvSpPr>
        <p:spPr>
          <a:xfrm>
            <a:off x="2219248" y="1469440"/>
            <a:ext cx="60350" cy="60350"/>
          </a:xfrm>
          <a:prstGeom prst="ellipse">
            <a:avLst/>
          </a:prstGeom>
          <a:solidFill>
            <a:srgbClr val="BCCBE3"/>
          </a:solidFill>
          <a:ln w="12700">
            <a:solidFill>
              <a:srgbClr val="D9722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C6CA96B6-C522-A4E5-6DB4-D0A0D802F172}"/>
              </a:ext>
            </a:extLst>
          </p:cNvPr>
          <p:cNvSpPr/>
          <p:nvPr/>
        </p:nvSpPr>
        <p:spPr>
          <a:xfrm>
            <a:off x="2411272" y="1469440"/>
            <a:ext cx="60350" cy="60350"/>
          </a:xfrm>
          <a:prstGeom prst="ellipse">
            <a:avLst/>
          </a:prstGeom>
          <a:solidFill>
            <a:srgbClr val="EADBB4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460E3924-01A4-FD57-E624-2C12BAE17BF9}"/>
              </a:ext>
            </a:extLst>
          </p:cNvPr>
          <p:cNvSpPr/>
          <p:nvPr/>
        </p:nvSpPr>
        <p:spPr>
          <a:xfrm>
            <a:off x="2603296" y="1469440"/>
            <a:ext cx="60350" cy="60350"/>
          </a:xfrm>
          <a:prstGeom prst="ellipse">
            <a:avLst/>
          </a:prstGeom>
          <a:solidFill>
            <a:srgbClr val="CFDCC3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8FDD3559-BC62-55A8-2A3A-F7ECCB57A4FB}"/>
              </a:ext>
            </a:extLst>
          </p:cNvPr>
          <p:cNvSpPr/>
          <p:nvPr/>
        </p:nvSpPr>
        <p:spPr>
          <a:xfrm>
            <a:off x="2795320" y="1469440"/>
            <a:ext cx="60350" cy="60350"/>
          </a:xfrm>
          <a:prstGeom prst="ellipse">
            <a:avLst/>
          </a:prstGeom>
          <a:solidFill>
            <a:srgbClr val="EADBB4"/>
          </a:solidFill>
          <a:ln w="6350">
            <a:solidFill>
              <a:srgbClr val="52514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Freeform 183">
            <a:extLst>
              <a:ext uri="{FF2B5EF4-FFF2-40B4-BE49-F238E27FC236}">
                <a16:creationId xmlns:a16="http://schemas.microsoft.com/office/drawing/2014/main" id="{2286DB79-F240-2AFF-4D57-658242251112}"/>
              </a:ext>
            </a:extLst>
          </p:cNvPr>
          <p:cNvSpPr/>
          <p:nvPr/>
        </p:nvSpPr>
        <p:spPr>
          <a:xfrm>
            <a:off x="3673144" y="1459309"/>
            <a:ext cx="51207" cy="45720"/>
          </a:xfrm>
          <a:custGeom>
            <a:avLst/>
            <a:gdLst/>
            <a:ahLst/>
            <a:cxnLst/>
            <a:rect l="l" t="t" r="r" b="b"/>
            <a:pathLst>
              <a:path w="51207" h="45720">
                <a:moveTo>
                  <a:pt x="0" y="45720"/>
                </a:moveTo>
                <a:lnTo>
                  <a:pt x="51207" y="45720"/>
                </a:lnTo>
                <a:lnTo>
                  <a:pt x="25604" y="0"/>
                </a:lnTo>
                <a:close/>
              </a:path>
            </a:pathLst>
          </a:custGeom>
          <a:solidFill>
            <a:srgbClr val="D9722F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FE6D4856-6E7D-B51C-7E05-34501F72CBC6}"/>
              </a:ext>
            </a:extLst>
          </p:cNvPr>
          <p:cNvSpPr/>
          <p:nvPr/>
        </p:nvSpPr>
        <p:spPr>
          <a:xfrm>
            <a:off x="2141524" y="1014984"/>
            <a:ext cx="18288" cy="18288"/>
          </a:xfrm>
          <a:prstGeom prst="ellipse">
            <a:avLst/>
          </a:prstGeom>
          <a:solidFill>
            <a:srgbClr val="0B0B0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427F545-EC17-646A-F146-24C9DA684F63}"/>
              </a:ext>
            </a:extLst>
          </p:cNvPr>
          <p:cNvSpPr txBox="1"/>
          <p:nvPr/>
        </p:nvSpPr>
        <p:spPr>
          <a:xfrm>
            <a:off x="-72237" y="4000"/>
            <a:ext cx="802843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40" b="0" i="0">
                <a:solidFill>
                  <a:srgbClr val="0B0B0B"/>
                </a:solidFill>
                <a:latin typeface="Times New Roman"/>
              </a:rPr>
              <a:t>reference failures 𝒟</a:t>
            </a:r>
            <a:r>
              <a:rPr sz="540" b="0" i="0" baseline="-25000">
                <a:solidFill>
                  <a:srgbClr val="0B0B0B"/>
                </a:solidFill>
                <a:latin typeface="Times New Roman"/>
              </a:rPr>
              <a:t>fail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ADD9772-7D71-B668-C865-F797A15604F1}"/>
              </a:ext>
            </a:extLst>
          </p:cNvPr>
          <p:cNvSpPr txBox="1"/>
          <p:nvPr/>
        </p:nvSpPr>
        <p:spPr>
          <a:xfrm>
            <a:off x="-29946" y="420052"/>
            <a:ext cx="645109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40" b="0" i="0">
                <a:solidFill>
                  <a:srgbClr val="0B0B0B"/>
                </a:solidFill>
                <a:latin typeface="Times New Roman"/>
              </a:rPr>
              <a:t>failed trajectory </a:t>
            </a:r>
            <a:r>
              <a:rPr sz="540" b="0" i="1">
                <a:solidFill>
                  <a:srgbClr val="0B0B0B"/>
                </a:solidFill>
                <a:latin typeface="Times New Roman"/>
              </a:rPr>
              <a:t>τ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EE4628DB-3739-E1AE-6484-7FE457CF51BF}"/>
              </a:ext>
            </a:extLst>
          </p:cNvPr>
          <p:cNvSpPr txBox="1"/>
          <p:nvPr/>
        </p:nvSpPr>
        <p:spPr>
          <a:xfrm>
            <a:off x="100584" y="545782"/>
            <a:ext cx="108813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1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BF57C8E9-313E-05FE-0650-C61C363DD7C8}"/>
              </a:ext>
            </a:extLst>
          </p:cNvPr>
          <p:cNvSpPr txBox="1"/>
          <p:nvPr/>
        </p:nvSpPr>
        <p:spPr>
          <a:xfrm>
            <a:off x="238531" y="550068"/>
            <a:ext cx="246100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A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3FF4E250-05E7-2B16-39D8-4762187854E3}"/>
              </a:ext>
            </a:extLst>
          </p:cNvPr>
          <p:cNvSpPr txBox="1"/>
          <p:nvPr/>
        </p:nvSpPr>
        <p:spPr>
          <a:xfrm>
            <a:off x="100584" y="724090"/>
            <a:ext cx="108813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2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EA0F90D-F185-BAE9-7FB1-49017FEACF0B}"/>
              </a:ext>
            </a:extLst>
          </p:cNvPr>
          <p:cNvSpPr txBox="1"/>
          <p:nvPr/>
        </p:nvSpPr>
        <p:spPr>
          <a:xfrm>
            <a:off x="238531" y="728376"/>
            <a:ext cx="246100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B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30F6F4FA-DBD7-2B3C-4927-BC819BBDCAFF}"/>
              </a:ext>
            </a:extLst>
          </p:cNvPr>
          <p:cNvSpPr txBox="1"/>
          <p:nvPr/>
        </p:nvSpPr>
        <p:spPr>
          <a:xfrm>
            <a:off x="100584" y="902398"/>
            <a:ext cx="108813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3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B7629B8-05A1-6AB2-6729-0A420644B5FB}"/>
              </a:ext>
            </a:extLst>
          </p:cNvPr>
          <p:cNvSpPr txBox="1"/>
          <p:nvPr/>
        </p:nvSpPr>
        <p:spPr>
          <a:xfrm>
            <a:off x="238531" y="906684"/>
            <a:ext cx="246100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A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FE8E654D-62F2-B377-9316-E91C204A17A5}"/>
              </a:ext>
            </a:extLst>
          </p:cNvPr>
          <p:cNvSpPr txBox="1"/>
          <p:nvPr/>
        </p:nvSpPr>
        <p:spPr>
          <a:xfrm>
            <a:off x="100584" y="1080706"/>
            <a:ext cx="108813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4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6370E84-ECAE-F9E2-5B51-28AB9295EE13}"/>
              </a:ext>
            </a:extLst>
          </p:cNvPr>
          <p:cNvSpPr txBox="1"/>
          <p:nvPr/>
        </p:nvSpPr>
        <p:spPr>
          <a:xfrm>
            <a:off x="238531" y="1084992"/>
            <a:ext cx="246100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C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DF11CB06-731E-BFBA-1214-5F05610E4CA9}"/>
              </a:ext>
            </a:extLst>
          </p:cNvPr>
          <p:cNvSpPr txBox="1"/>
          <p:nvPr/>
        </p:nvSpPr>
        <p:spPr>
          <a:xfrm>
            <a:off x="100584" y="1259014"/>
            <a:ext cx="108813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5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75A28FD-4784-33BB-8325-DA37F4785B6A}"/>
              </a:ext>
            </a:extLst>
          </p:cNvPr>
          <p:cNvSpPr txBox="1"/>
          <p:nvPr/>
        </p:nvSpPr>
        <p:spPr>
          <a:xfrm>
            <a:off x="238531" y="1263300"/>
            <a:ext cx="246100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B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C6A7457-F887-DA71-0D11-C44F046EB9DE}"/>
              </a:ext>
            </a:extLst>
          </p:cNvPr>
          <p:cNvSpPr txBox="1"/>
          <p:nvPr/>
        </p:nvSpPr>
        <p:spPr>
          <a:xfrm>
            <a:off x="100584" y="1437322"/>
            <a:ext cx="108813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40" b="0" i="1" baseline="-25000">
                <a:solidFill>
                  <a:srgbClr val="0B0B0B"/>
                </a:solidFill>
                <a:latin typeface="Times New Roman"/>
              </a:rPr>
              <a:t>6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2DD0BFD-A8B1-6D04-FC99-53D404348200}"/>
              </a:ext>
            </a:extLst>
          </p:cNvPr>
          <p:cNvSpPr txBox="1"/>
          <p:nvPr/>
        </p:nvSpPr>
        <p:spPr>
          <a:xfrm>
            <a:off x="238531" y="1441608"/>
            <a:ext cx="246100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0">
                <a:solidFill>
                  <a:srgbClr val="52514E"/>
                </a:solidFill>
                <a:latin typeface="Times New Roman"/>
              </a:rPr>
              <a:t>Agent C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D227B3F0-3BFE-4A1B-55B5-F7EDEDB0EF28}"/>
              </a:ext>
            </a:extLst>
          </p:cNvPr>
          <p:cNvSpPr txBox="1"/>
          <p:nvPr/>
        </p:nvSpPr>
        <p:spPr>
          <a:xfrm>
            <a:off x="548640" y="898969"/>
            <a:ext cx="113487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58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E8E3CC59-6EF8-C825-A104-A2FEE0368A95}"/>
              </a:ext>
            </a:extLst>
          </p:cNvPr>
          <p:cNvSpPr txBox="1"/>
          <p:nvPr/>
        </p:nvSpPr>
        <p:spPr>
          <a:xfrm>
            <a:off x="94487" y="1603057"/>
            <a:ext cx="39624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" b="0" i="0">
                <a:solidFill>
                  <a:srgbClr val="B23A1F"/>
                </a:solidFill>
                <a:latin typeface="Times New Roman"/>
              </a:rPr>
              <a:t>✗ task fails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6AAACAE-A9F8-C994-65FA-ADE7C4F86973}"/>
              </a:ext>
            </a:extLst>
          </p:cNvPr>
          <p:cNvSpPr txBox="1"/>
          <p:nvPr/>
        </p:nvSpPr>
        <p:spPr>
          <a:xfrm>
            <a:off x="758634" y="800957"/>
            <a:ext cx="101218" cy="1628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2D4B6E"/>
                </a:solidFill>
                <a:latin typeface="Times New Roman"/>
              </a:rPr>
              <a:t>ℳ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F416B3D9-6010-7297-EFE9-AA1205F852A7}"/>
              </a:ext>
            </a:extLst>
          </p:cNvPr>
          <p:cNvSpPr txBox="1"/>
          <p:nvPr/>
        </p:nvSpPr>
        <p:spPr>
          <a:xfrm>
            <a:off x="698753" y="976693"/>
            <a:ext cx="22098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" b="0" i="0">
                <a:solidFill>
                  <a:srgbClr val="2D4B6E"/>
                </a:solidFill>
                <a:latin typeface="Times New Roman"/>
              </a:rPr>
              <a:t>frozen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9FDA7741-DFBB-E7A9-73AA-B49491EF198A}"/>
              </a:ext>
            </a:extLst>
          </p:cNvPr>
          <p:cNvSpPr txBox="1"/>
          <p:nvPr/>
        </p:nvSpPr>
        <p:spPr>
          <a:xfrm>
            <a:off x="713359" y="1063561"/>
            <a:ext cx="19177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" b="0" i="0">
                <a:solidFill>
                  <a:srgbClr val="2D4B6E"/>
                </a:solidFill>
                <a:latin typeface="Times New Roman"/>
              </a:rPr>
              <a:t>proxy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780B2378-D60B-ADA6-8B43-C181BB459054}"/>
              </a:ext>
            </a:extLst>
          </p:cNvPr>
          <p:cNvSpPr txBox="1"/>
          <p:nvPr/>
        </p:nvSpPr>
        <p:spPr>
          <a:xfrm>
            <a:off x="762825" y="698658"/>
            <a:ext cx="83693" cy="11144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5B8AC0"/>
                </a:solidFill>
                <a:latin typeface="Times New Roman"/>
              </a:rPr>
              <a:t>❄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DCDDADED-0B77-E670-49C6-C3A22202206E}"/>
              </a:ext>
            </a:extLst>
          </p:cNvPr>
          <p:cNvSpPr txBox="1"/>
          <p:nvPr/>
        </p:nvSpPr>
        <p:spPr>
          <a:xfrm>
            <a:off x="975182" y="361759"/>
            <a:ext cx="79603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80" b="0" i="1">
                <a:solidFill>
                  <a:srgbClr val="0B0B0B"/>
                </a:solidFill>
                <a:latin typeface="Times New Roman"/>
              </a:rPr>
              <a:t>R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7301378C-3CBC-5794-7EA9-665FEDC1603E}"/>
              </a:ext>
            </a:extLst>
          </p:cNvPr>
          <p:cNvSpPr txBox="1"/>
          <p:nvPr/>
        </p:nvSpPr>
        <p:spPr>
          <a:xfrm>
            <a:off x="999388" y="750379"/>
            <a:ext cx="113487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8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580" b="0" i="1" baseline="-25000">
                <a:solidFill>
                  <a:srgbClr val="0B0B0B"/>
                </a:solidFill>
                <a:latin typeface="Times New Roman"/>
              </a:rPr>
              <a:t>t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30A6A061-E626-2FDE-1E20-6DC98EA552F7}"/>
              </a:ext>
            </a:extLst>
          </p:cNvPr>
          <p:cNvSpPr txBox="1"/>
          <p:nvPr/>
        </p:nvSpPr>
        <p:spPr>
          <a:xfrm>
            <a:off x="807643" y="1475898"/>
            <a:ext cx="303352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0">
                <a:solidFill>
                  <a:srgbClr val="0B0B0B"/>
                </a:solidFill>
                <a:latin typeface="Times New Roman"/>
              </a:rPr>
              <a:t>attention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FF39FFF-2F88-96F2-543E-7A0E92192334}"/>
              </a:ext>
            </a:extLst>
          </p:cNvPr>
          <p:cNvSpPr txBox="1"/>
          <p:nvPr/>
        </p:nvSpPr>
        <p:spPr>
          <a:xfrm>
            <a:off x="1225296" y="32004"/>
            <a:ext cx="980440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40" b="1" i="0">
                <a:solidFill>
                  <a:srgbClr val="0B0B0B"/>
                </a:solidFill>
                <a:latin typeface="Times New Roman"/>
              </a:rPr>
              <a:t>(1) Fit the spectral band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CE7E43FE-0338-C03B-2E91-88170CFB4A5D}"/>
              </a:ext>
            </a:extLst>
          </p:cNvPr>
          <p:cNvSpPr txBox="1"/>
          <p:nvPr/>
        </p:nvSpPr>
        <p:spPr>
          <a:xfrm>
            <a:off x="1486052" y="144703"/>
            <a:ext cx="136855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20" b="0" i="0">
                <a:solidFill>
                  <a:srgbClr val="0B0B0B"/>
                </a:solidFill>
                <a:latin typeface="Times New Roman"/>
              </a:rPr>
              <a:t>SVD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294718C2-BC45-E73B-E6EB-9CDDACC6284E}"/>
              </a:ext>
            </a:extLst>
          </p:cNvPr>
          <p:cNvSpPr txBox="1"/>
          <p:nvPr/>
        </p:nvSpPr>
        <p:spPr>
          <a:xfrm>
            <a:off x="2395401" y="132016"/>
            <a:ext cx="392734" cy="92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40" b="0" i="0">
                <a:solidFill>
                  <a:srgbClr val="D9722F"/>
                </a:solidFill>
                <a:latin typeface="Times New Roman"/>
              </a:rPr>
              <a:t>keep band 𝒞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FCD4065C-F8AE-F639-94E5-9E633EE4908C}"/>
              </a:ext>
            </a:extLst>
          </p:cNvPr>
          <p:cNvSpPr txBox="1"/>
          <p:nvPr/>
        </p:nvSpPr>
        <p:spPr>
          <a:xfrm>
            <a:off x="3463747" y="68580"/>
            <a:ext cx="213969" cy="82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80" b="0" i="0">
                <a:solidFill>
                  <a:srgbClr val="D9722F"/>
                </a:solidFill>
                <a:latin typeface="Times New Roman"/>
              </a:rPr>
              <a:t>errors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573BE94D-0A4E-FE35-01D2-B51F9AFD5EC9}"/>
              </a:ext>
            </a:extLst>
          </p:cNvPr>
          <p:cNvSpPr txBox="1"/>
          <p:nvPr/>
        </p:nvSpPr>
        <p:spPr>
          <a:xfrm>
            <a:off x="3631387" y="68580"/>
            <a:ext cx="438302" cy="82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80" b="0" i="0">
                <a:solidFill>
                  <a:srgbClr val="4F4D8A"/>
                </a:solidFill>
                <a:latin typeface="Times New Roman"/>
              </a:rPr>
              <a:t>ordinary steps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BAB605B-2306-3E7E-D070-BEA0D5203A11}"/>
              </a:ext>
            </a:extLst>
          </p:cNvPr>
          <p:cNvSpPr txBox="1"/>
          <p:nvPr/>
        </p:nvSpPr>
        <p:spPr>
          <a:xfrm>
            <a:off x="3617442" y="328326"/>
            <a:ext cx="217474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π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𝒞</a:t>
            </a:r>
            <a:r>
              <a:rPr sz="490" b="0" i="0">
                <a:solidFill>
                  <a:srgbClr val="8A887F"/>
                </a:solidFill>
                <a:latin typeface="Times New Roman"/>
              </a:rPr>
              <a:t>(</a:t>
            </a:r>
            <a:r>
              <a:rPr sz="490" b="0" i="1">
                <a:solidFill>
                  <a:srgbClr val="8A887F"/>
                </a:solidFill>
                <a:latin typeface="Times New Roman"/>
              </a:rPr>
              <a:t>v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t</a:t>
            </a:r>
            <a:r>
              <a:rPr sz="490" b="0" i="0">
                <a:solidFill>
                  <a:srgbClr val="8A887F"/>
                </a:solidFill>
                <a:latin typeface="Times New Roman"/>
              </a:rPr>
              <a:t>)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3352BAD-74E2-FE3C-FF3F-B19712BDD79A}"/>
              </a:ext>
            </a:extLst>
          </p:cNvPr>
          <p:cNvSpPr txBox="1"/>
          <p:nvPr/>
        </p:nvSpPr>
        <p:spPr>
          <a:xfrm>
            <a:off x="1225296" y="438912"/>
            <a:ext cx="905662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40" b="1" i="0">
                <a:solidFill>
                  <a:srgbClr val="0B0B0B"/>
                </a:solidFill>
                <a:latin typeface="Times New Roman"/>
              </a:rPr>
              <a:t>(2) Spectral base score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DBE484F0-76C4-8B74-BA38-B9C4937D270F}"/>
              </a:ext>
            </a:extLst>
          </p:cNvPr>
          <p:cNvSpPr txBox="1"/>
          <p:nvPr/>
        </p:nvSpPr>
        <p:spPr>
          <a:xfrm>
            <a:off x="1356197" y="553326"/>
            <a:ext cx="10414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50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E0983AB-4EAF-4544-40B3-A06FD165E915}"/>
              </a:ext>
            </a:extLst>
          </p:cNvPr>
          <p:cNvSpPr txBox="1"/>
          <p:nvPr/>
        </p:nvSpPr>
        <p:spPr>
          <a:xfrm>
            <a:off x="2321269" y="489775"/>
            <a:ext cx="79603" cy="99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" b="0" i="0">
                <a:solidFill>
                  <a:srgbClr val="D9722F"/>
                </a:solidFill>
                <a:latin typeface="Times New Roman"/>
              </a:rPr>
              <a:t>𝒞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58510FED-9422-5AE3-B672-AC8CBBEF6330}"/>
              </a:ext>
            </a:extLst>
          </p:cNvPr>
          <p:cNvSpPr txBox="1"/>
          <p:nvPr/>
        </p:nvSpPr>
        <p:spPr>
          <a:xfrm>
            <a:off x="1795612" y="781926"/>
            <a:ext cx="36703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00" b="0" i="0">
                <a:solidFill>
                  <a:srgbClr val="4F4D8A"/>
                </a:solidFill>
                <a:latin typeface="Times New Roman"/>
              </a:rPr>
              <a:t>ordinary </a:t>
            </a:r>
            <a:r>
              <a:rPr sz="500" b="0" i="1">
                <a:solidFill>
                  <a:srgbClr val="4F4D8A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4F4D8A"/>
                </a:solidFill>
                <a:latin typeface="Times New Roman"/>
              </a:rPr>
              <a:t>t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882924A-A3C9-90D8-F39E-AD4ED61CC08A}"/>
              </a:ext>
            </a:extLst>
          </p:cNvPr>
          <p:cNvSpPr txBox="1"/>
          <p:nvPr/>
        </p:nvSpPr>
        <p:spPr>
          <a:xfrm>
            <a:off x="1828800" y="994695"/>
            <a:ext cx="256032" cy="77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0" b="0" i="1">
                <a:solidFill>
                  <a:srgbClr val="4F4D8A"/>
                </a:solidFill>
                <a:latin typeface="Times New Roman"/>
              </a:rPr>
              <a:t>π</a:t>
            </a:r>
            <a:r>
              <a:rPr sz="450" b="0" i="1" baseline="-25000">
                <a:solidFill>
                  <a:srgbClr val="4F4D8A"/>
                </a:solidFill>
                <a:latin typeface="Times New Roman"/>
              </a:rPr>
              <a:t>𝒞</a:t>
            </a:r>
            <a:r>
              <a:rPr sz="450" b="0" i="0">
                <a:solidFill>
                  <a:srgbClr val="4F4D8A"/>
                </a:solidFill>
                <a:latin typeface="Times New Roman"/>
              </a:rPr>
              <a:t> large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BDEE5112-177D-EAF4-5CC7-70F1FDDA5FD6}"/>
              </a:ext>
            </a:extLst>
          </p:cNvPr>
          <p:cNvSpPr txBox="1"/>
          <p:nvPr/>
        </p:nvSpPr>
        <p:spPr>
          <a:xfrm>
            <a:off x="1723461" y="619163"/>
            <a:ext cx="57150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500" b="0" i="0">
                <a:solidFill>
                  <a:srgbClr val="D9722F"/>
                </a:solidFill>
                <a:latin typeface="Times New Roman"/>
              </a:rPr>
              <a:t>decisive error </a:t>
            </a:r>
            <a:r>
              <a:rPr sz="500" b="0" i="1">
                <a:solidFill>
                  <a:srgbClr val="D9722F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D9722F"/>
                </a:solidFill>
                <a:latin typeface="Times New Roman"/>
              </a:rPr>
              <a:t>t*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2D706A3-530C-3030-98AD-B49EC601350C}"/>
              </a:ext>
            </a:extLst>
          </p:cNvPr>
          <p:cNvSpPr txBox="1"/>
          <p:nvPr/>
        </p:nvSpPr>
        <p:spPr>
          <a:xfrm>
            <a:off x="2294961" y="982922"/>
            <a:ext cx="265379" cy="805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70" b="0" i="1">
                <a:solidFill>
                  <a:srgbClr val="D9722F"/>
                </a:solidFill>
                <a:latin typeface="Times New Roman"/>
              </a:rPr>
              <a:t>π</a:t>
            </a:r>
            <a:r>
              <a:rPr sz="470" b="0" i="1" baseline="-25000">
                <a:solidFill>
                  <a:srgbClr val="D9722F"/>
                </a:solidFill>
                <a:latin typeface="Times New Roman"/>
              </a:rPr>
              <a:t>𝒞</a:t>
            </a:r>
            <a:r>
              <a:rPr sz="470" b="0" i="0">
                <a:solidFill>
                  <a:srgbClr val="D9722F"/>
                </a:solidFill>
                <a:latin typeface="Times New Roman"/>
              </a:rPr>
              <a:t> small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9336BDD4-36C6-4062-61C5-8295A06BBF00}"/>
              </a:ext>
            </a:extLst>
          </p:cNvPr>
          <p:cNvSpPr txBox="1"/>
          <p:nvPr/>
        </p:nvSpPr>
        <p:spPr>
          <a:xfrm>
            <a:off x="1966950" y="1057103"/>
            <a:ext cx="217474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0">
                <a:solidFill>
                  <a:srgbClr val="D9722F"/>
                </a:solidFill>
                <a:latin typeface="Times New Roman"/>
              </a:rPr>
              <a:t>band 𝒞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5AF53249-A955-0804-A62F-1AB884541456}"/>
              </a:ext>
            </a:extLst>
          </p:cNvPr>
          <p:cNvSpPr txBox="1"/>
          <p:nvPr/>
        </p:nvSpPr>
        <p:spPr>
          <a:xfrm>
            <a:off x="2551176" y="652081"/>
            <a:ext cx="1009650" cy="857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00" b="0" i="1">
                <a:solidFill>
                  <a:srgbClr val="0B0B0B"/>
                </a:solidFill>
                <a:latin typeface="Times New Roman"/>
              </a:rPr>
              <a:t>π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𝒞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50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) = (1/|𝒞|) Σ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c∈𝒞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 ⟨</a:t>
            </a:r>
            <a:r>
              <a:rPr sz="50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, </a:t>
            </a:r>
            <a:r>
              <a:rPr sz="50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500" b="0" i="1" baseline="-25000">
                <a:solidFill>
                  <a:srgbClr val="0B0B0B"/>
                </a:solidFill>
                <a:latin typeface="Times New Roman"/>
              </a:rPr>
              <a:t>:,c</a:t>
            </a:r>
            <a:r>
              <a:rPr sz="500" b="0" i="0">
                <a:solidFill>
                  <a:srgbClr val="0B0B0B"/>
                </a:solidFill>
                <a:latin typeface="Times New Roman"/>
              </a:rPr>
              <a:t>⟩</a:t>
            </a:r>
            <a:r>
              <a:rPr sz="500" b="0" i="0" baseline="30000">
                <a:solidFill>
                  <a:srgbClr val="0B0B0B"/>
                </a:solidFill>
                <a:latin typeface="Times New Roman"/>
              </a:rPr>
              <a:t>2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3B3D039E-D249-291E-D861-0D4322AADB04}"/>
              </a:ext>
            </a:extLst>
          </p:cNvPr>
          <p:cNvSpPr txBox="1"/>
          <p:nvPr/>
        </p:nvSpPr>
        <p:spPr>
          <a:xfrm>
            <a:off x="2551176" y="862965"/>
            <a:ext cx="886968" cy="10287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60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0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) = 1 / (</a:t>
            </a:r>
            <a:r>
              <a:rPr sz="600" b="0" i="1">
                <a:solidFill>
                  <a:srgbClr val="0B0B0B"/>
                </a:solidFill>
                <a:latin typeface="Times New Roman"/>
              </a:rPr>
              <a:t>π</a:t>
            </a:r>
            <a:r>
              <a:rPr sz="600" b="0" i="1" baseline="-25000">
                <a:solidFill>
                  <a:srgbClr val="0B0B0B"/>
                </a:solidFill>
                <a:latin typeface="Times New Roman"/>
              </a:rPr>
              <a:t>𝒞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600" b="0" i="1">
                <a:solidFill>
                  <a:srgbClr val="0B0B0B"/>
                </a:solidFill>
                <a:latin typeface="Times New Roman"/>
              </a:rPr>
              <a:t>v</a:t>
            </a:r>
            <a:r>
              <a:rPr sz="60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) + </a:t>
            </a:r>
            <a:r>
              <a:rPr sz="600" b="0" i="1">
                <a:solidFill>
                  <a:srgbClr val="0B0B0B"/>
                </a:solidFill>
                <a:latin typeface="Times New Roman"/>
              </a:rPr>
              <a:t>ε</a:t>
            </a:r>
            <a:r>
              <a:rPr sz="600" b="0" i="0">
                <a:solidFill>
                  <a:srgbClr val="0B0B0B"/>
                </a:solidFill>
                <a:latin typeface="Times New Roman"/>
              </a:rPr>
              <a:t>)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B1C78BC-2B22-2C56-9971-4123876B95F0}"/>
              </a:ext>
            </a:extLst>
          </p:cNvPr>
          <p:cNvSpPr txBox="1"/>
          <p:nvPr/>
        </p:nvSpPr>
        <p:spPr>
          <a:xfrm>
            <a:off x="3405428" y="1076706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1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E985D5D2-832E-8820-EF59-4C03C990319F}"/>
              </a:ext>
            </a:extLst>
          </p:cNvPr>
          <p:cNvSpPr txBox="1"/>
          <p:nvPr/>
        </p:nvSpPr>
        <p:spPr>
          <a:xfrm>
            <a:off x="3524300" y="1076706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2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453D02C2-9853-41C0-0584-E7DF46300BCA}"/>
              </a:ext>
            </a:extLst>
          </p:cNvPr>
          <p:cNvSpPr txBox="1"/>
          <p:nvPr/>
        </p:nvSpPr>
        <p:spPr>
          <a:xfrm>
            <a:off x="3643172" y="1076706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3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FB8EE0D-E8C4-764A-E525-93C932115362}"/>
              </a:ext>
            </a:extLst>
          </p:cNvPr>
          <p:cNvSpPr txBox="1"/>
          <p:nvPr/>
        </p:nvSpPr>
        <p:spPr>
          <a:xfrm>
            <a:off x="3762044" y="1076706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4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71E3FFB-87AD-AC83-F49F-0081DCEA229C}"/>
              </a:ext>
            </a:extLst>
          </p:cNvPr>
          <p:cNvSpPr txBox="1"/>
          <p:nvPr/>
        </p:nvSpPr>
        <p:spPr>
          <a:xfrm>
            <a:off x="3880916" y="1076706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5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8318A407-8989-BE46-1B23-71B21A2F12D6}"/>
              </a:ext>
            </a:extLst>
          </p:cNvPr>
          <p:cNvSpPr txBox="1"/>
          <p:nvPr/>
        </p:nvSpPr>
        <p:spPr>
          <a:xfrm>
            <a:off x="3999788" y="1076706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6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EC3FD587-3FD2-4F70-388D-B95617FE63B7}"/>
              </a:ext>
            </a:extLst>
          </p:cNvPr>
          <p:cNvSpPr txBox="1"/>
          <p:nvPr/>
        </p:nvSpPr>
        <p:spPr>
          <a:xfrm>
            <a:off x="3721608" y="685800"/>
            <a:ext cx="106476" cy="891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52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52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35DEFCCB-1047-FFC3-2583-C4AACD5EE86B}"/>
              </a:ext>
            </a:extLst>
          </p:cNvPr>
          <p:cNvSpPr txBox="1"/>
          <p:nvPr/>
        </p:nvSpPr>
        <p:spPr>
          <a:xfrm>
            <a:off x="3401568" y="563499"/>
            <a:ext cx="197612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)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D1DB5665-B0DF-90DC-045B-620214026AA8}"/>
              </a:ext>
            </a:extLst>
          </p:cNvPr>
          <p:cNvSpPr txBox="1"/>
          <p:nvPr/>
        </p:nvSpPr>
        <p:spPr>
          <a:xfrm>
            <a:off x="3704539" y="566928"/>
            <a:ext cx="410260" cy="82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80" b="0" i="0">
                <a:solidFill>
                  <a:srgbClr val="4F4D8A"/>
                </a:solidFill>
                <a:latin typeface="Times New Roman"/>
              </a:rPr>
              <a:t>argmax </a:t>
            </a:r>
            <a:r>
              <a:rPr sz="480" b="0" i="1">
                <a:solidFill>
                  <a:srgbClr val="4F4D8A"/>
                </a:solidFill>
                <a:latin typeface="Times New Roman"/>
              </a:rPr>
              <a:t>S</a:t>
            </a:r>
            <a:r>
              <a:rPr sz="480" b="0" i="0">
                <a:solidFill>
                  <a:srgbClr val="4F4D8A"/>
                </a:solidFill>
                <a:latin typeface="Times New Roman"/>
              </a:rPr>
              <a:t> ≠ </a:t>
            </a:r>
            <a:r>
              <a:rPr sz="480" b="0" i="1">
                <a:solidFill>
                  <a:srgbClr val="4F4D8A"/>
                </a:solidFill>
                <a:latin typeface="Times New Roman"/>
              </a:rPr>
              <a:t>t</a:t>
            </a:r>
            <a:r>
              <a:rPr sz="480" b="0" i="0" baseline="30000">
                <a:solidFill>
                  <a:srgbClr val="4F4D8A"/>
                </a:solidFill>
                <a:latin typeface="Times New Roman"/>
              </a:rPr>
              <a:t>*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4E4A8538-BD10-7218-EC6C-7F38A2C26786}"/>
              </a:ext>
            </a:extLst>
          </p:cNvPr>
          <p:cNvSpPr txBox="1"/>
          <p:nvPr/>
        </p:nvSpPr>
        <p:spPr>
          <a:xfrm>
            <a:off x="1225296" y="1252728"/>
            <a:ext cx="1167384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40" b="1" i="0" dirty="0">
                <a:solidFill>
                  <a:srgbClr val="0B0B0B"/>
                </a:solidFill>
                <a:latin typeface="Times New Roman"/>
              </a:rPr>
              <a:t>(3) Attention-guided rescoring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67D0973-1D2C-9E69-AAF7-06A5E68DAE4F}"/>
              </a:ext>
            </a:extLst>
          </p:cNvPr>
          <p:cNvSpPr txBox="1"/>
          <p:nvPr/>
        </p:nvSpPr>
        <p:spPr>
          <a:xfrm>
            <a:off x="1318224" y="1763763"/>
            <a:ext cx="180085" cy="7886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59" b="0" i="1">
                <a:solidFill>
                  <a:srgbClr val="D9722F"/>
                </a:solidFill>
                <a:latin typeface="Times New Roman"/>
              </a:rPr>
              <a:t>i</a:t>
            </a:r>
            <a:r>
              <a:rPr sz="459" b="0" i="0">
                <a:solidFill>
                  <a:srgbClr val="D9722F"/>
                </a:solidFill>
                <a:latin typeface="Times New Roman"/>
              </a:rPr>
              <a:t> = 3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AFC88D9-5B5A-1660-642A-D8B09FCC87EA}"/>
              </a:ext>
            </a:extLst>
          </p:cNvPr>
          <p:cNvSpPr txBox="1"/>
          <p:nvPr/>
        </p:nvSpPr>
        <p:spPr>
          <a:xfrm>
            <a:off x="1087729" y="1825371"/>
            <a:ext cx="714044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20" b="0" i="0">
                <a:solidFill>
                  <a:srgbClr val="0B0B0B"/>
                </a:solidFill>
                <a:latin typeface="Times New Roman"/>
              </a:rPr>
              <a:t>attention weights 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w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i,t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2CDD1A8-86EA-ABAF-C92E-4EC78220782C}"/>
              </a:ext>
            </a:extLst>
          </p:cNvPr>
          <p:cNvSpPr txBox="1"/>
          <p:nvPr/>
        </p:nvSpPr>
        <p:spPr>
          <a:xfrm>
            <a:off x="1813890" y="1528933"/>
            <a:ext cx="102971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1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170DFAE5-666C-7550-C2F2-2F3F1D5C552D}"/>
              </a:ext>
            </a:extLst>
          </p:cNvPr>
          <p:cNvSpPr txBox="1"/>
          <p:nvPr/>
        </p:nvSpPr>
        <p:spPr>
          <a:xfrm>
            <a:off x="2005914" y="1528933"/>
            <a:ext cx="102971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2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9F1E721-A24F-F32C-F9EE-8A6C8FAAA1B1}"/>
              </a:ext>
            </a:extLst>
          </p:cNvPr>
          <p:cNvSpPr txBox="1"/>
          <p:nvPr/>
        </p:nvSpPr>
        <p:spPr>
          <a:xfrm>
            <a:off x="2197938" y="1528933"/>
            <a:ext cx="102971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3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2707DCE9-EAFC-4226-0202-712ADB3591DE}"/>
              </a:ext>
            </a:extLst>
          </p:cNvPr>
          <p:cNvSpPr txBox="1"/>
          <p:nvPr/>
        </p:nvSpPr>
        <p:spPr>
          <a:xfrm>
            <a:off x="2389962" y="1528933"/>
            <a:ext cx="102971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4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D4035483-3BD6-9EFC-A64B-BF9ECEC05854}"/>
              </a:ext>
            </a:extLst>
          </p:cNvPr>
          <p:cNvSpPr txBox="1"/>
          <p:nvPr/>
        </p:nvSpPr>
        <p:spPr>
          <a:xfrm>
            <a:off x="2581986" y="1528933"/>
            <a:ext cx="102971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5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9A5FBFFE-E868-1301-D00A-C1BE4272F850}"/>
              </a:ext>
            </a:extLst>
          </p:cNvPr>
          <p:cNvSpPr txBox="1"/>
          <p:nvPr/>
        </p:nvSpPr>
        <p:spPr>
          <a:xfrm>
            <a:off x="2774010" y="1528933"/>
            <a:ext cx="102971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9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8A887F"/>
                </a:solidFill>
                <a:latin typeface="Times New Roman"/>
              </a:rPr>
              <a:t>6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F31E8B88-3FDB-FA23-48C8-C09F6CADA9A5}"/>
              </a:ext>
            </a:extLst>
          </p:cNvPr>
          <p:cNvSpPr txBox="1"/>
          <p:nvPr/>
        </p:nvSpPr>
        <p:spPr>
          <a:xfrm>
            <a:off x="2276856" y="1528933"/>
            <a:ext cx="160223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90" b="0" i="0">
                <a:solidFill>
                  <a:srgbClr val="D9722F"/>
                </a:solidFill>
                <a:latin typeface="Times New Roman"/>
              </a:rPr>
              <a:t>= </a:t>
            </a:r>
            <a:r>
              <a:rPr sz="49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49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39DCAADF-9F64-8045-FE45-26AA3630CF22}"/>
              </a:ext>
            </a:extLst>
          </p:cNvPr>
          <p:cNvSpPr txBox="1"/>
          <p:nvPr/>
        </p:nvSpPr>
        <p:spPr>
          <a:xfrm>
            <a:off x="1847088" y="1645920"/>
            <a:ext cx="793496" cy="1097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40" b="0" i="1">
                <a:solidFill>
                  <a:srgbClr val="0B0B0B"/>
                </a:solidFill>
                <a:latin typeface="Times New Roman"/>
              </a:rPr>
              <a:t>S̃</a:t>
            </a:r>
            <a:r>
              <a:rPr sz="64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6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40" b="0" i="1" baseline="-25000">
                <a:solidFill>
                  <a:srgbClr val="0B0B0B"/>
                </a:solidFill>
                <a:latin typeface="Times New Roman"/>
              </a:rPr>
              <a:t>i</a:t>
            </a:r>
            <a:r>
              <a:rPr sz="640" b="0" i="0">
                <a:solidFill>
                  <a:srgbClr val="0B0B0B"/>
                </a:solidFill>
                <a:latin typeface="Times New Roman"/>
              </a:rPr>
              <a:t>) = </a:t>
            </a:r>
            <a:r>
              <a:rPr sz="6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4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64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640" b="0" i="1" baseline="-25000">
                <a:solidFill>
                  <a:srgbClr val="0B0B0B"/>
                </a:solidFill>
                <a:latin typeface="Times New Roman"/>
              </a:rPr>
              <a:t>i</a:t>
            </a:r>
            <a:r>
              <a:rPr sz="640" b="0" i="0">
                <a:solidFill>
                  <a:srgbClr val="0B0B0B"/>
                </a:solidFill>
                <a:latin typeface="Times New Roman"/>
              </a:rPr>
              <a:t>) + </a:t>
            </a:r>
            <a:r>
              <a:rPr sz="640" b="0" i="1">
                <a:solidFill>
                  <a:srgbClr val="0B0B0B"/>
                </a:solidFill>
                <a:latin typeface="Times New Roman"/>
              </a:rPr>
              <a:t>γB</a:t>
            </a:r>
            <a:r>
              <a:rPr sz="640" b="0" i="1" baseline="-25000">
                <a:solidFill>
                  <a:srgbClr val="0B0B0B"/>
                </a:solidFill>
                <a:latin typeface="Times New Roman"/>
              </a:rPr>
              <a:t>i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BBCC9113-1935-4716-B679-051CE4BABDA4}"/>
              </a:ext>
            </a:extLst>
          </p:cNvPr>
          <p:cNvSpPr txBox="1"/>
          <p:nvPr/>
        </p:nvSpPr>
        <p:spPr>
          <a:xfrm>
            <a:off x="1847088" y="1797939"/>
            <a:ext cx="1017828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20" b="0" i="1">
                <a:solidFill>
                  <a:srgbClr val="0B0B0B"/>
                </a:solidFill>
                <a:latin typeface="Times New Roman"/>
              </a:rPr>
              <a:t>B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 = Σ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t&gt;i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 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w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i,t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 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t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) / Σ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t&gt;i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 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w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i,t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798514F-7018-9974-A448-99E4B8A83E36}"/>
              </a:ext>
            </a:extLst>
          </p:cNvPr>
          <p:cNvSpPr txBox="1"/>
          <p:nvPr/>
        </p:nvSpPr>
        <p:spPr>
          <a:xfrm>
            <a:off x="3405428" y="1881378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1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A2EE634F-456F-4A8F-CEBA-9AA1A51F55F0}"/>
              </a:ext>
            </a:extLst>
          </p:cNvPr>
          <p:cNvSpPr txBox="1"/>
          <p:nvPr/>
        </p:nvSpPr>
        <p:spPr>
          <a:xfrm>
            <a:off x="3524300" y="1881378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2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1A6040BE-8DE2-C6AD-74B7-9D7298A1592C}"/>
              </a:ext>
            </a:extLst>
          </p:cNvPr>
          <p:cNvSpPr txBox="1"/>
          <p:nvPr/>
        </p:nvSpPr>
        <p:spPr>
          <a:xfrm>
            <a:off x="3643172" y="1881378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3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52F14C1B-5534-ACB2-15AA-46A3E5E41783}"/>
              </a:ext>
            </a:extLst>
          </p:cNvPr>
          <p:cNvSpPr txBox="1"/>
          <p:nvPr/>
        </p:nvSpPr>
        <p:spPr>
          <a:xfrm>
            <a:off x="3762044" y="1881378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4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6B1B698B-69DF-CEFE-A692-9A5D7155482B}"/>
              </a:ext>
            </a:extLst>
          </p:cNvPr>
          <p:cNvSpPr txBox="1"/>
          <p:nvPr/>
        </p:nvSpPr>
        <p:spPr>
          <a:xfrm>
            <a:off x="3880916" y="1881378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5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8FA3BA55-8862-F5A3-DACB-537539C97E02}"/>
              </a:ext>
            </a:extLst>
          </p:cNvPr>
          <p:cNvSpPr txBox="1"/>
          <p:nvPr/>
        </p:nvSpPr>
        <p:spPr>
          <a:xfrm>
            <a:off x="3999788" y="1881378"/>
            <a:ext cx="111150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60" b="0" i="1">
                <a:solidFill>
                  <a:srgbClr val="8A887F"/>
                </a:solidFill>
                <a:latin typeface="Times New Roman"/>
              </a:rPr>
              <a:t>s</a:t>
            </a:r>
            <a:r>
              <a:rPr sz="560" b="0" i="1" baseline="-25000">
                <a:solidFill>
                  <a:srgbClr val="8A887F"/>
                </a:solidFill>
                <a:latin typeface="Times New Roman"/>
              </a:rPr>
              <a:t>6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6A360255-1AA6-222A-7A78-4242F62BC9B2}"/>
              </a:ext>
            </a:extLst>
          </p:cNvPr>
          <p:cNvSpPr txBox="1"/>
          <p:nvPr/>
        </p:nvSpPr>
        <p:spPr>
          <a:xfrm>
            <a:off x="3782822" y="1297590"/>
            <a:ext cx="331978" cy="8401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490" b="0" i="1">
                <a:solidFill>
                  <a:srgbClr val="D9722F"/>
                </a:solidFill>
                <a:latin typeface="Times New Roman"/>
              </a:rPr>
              <a:t>w</a:t>
            </a:r>
            <a:r>
              <a:rPr sz="490" b="0" i="1" baseline="-25000">
                <a:solidFill>
                  <a:srgbClr val="D9722F"/>
                </a:solidFill>
                <a:latin typeface="Times New Roman"/>
              </a:rPr>
              <a:t>3,t</a:t>
            </a:r>
            <a:r>
              <a:rPr sz="490" b="0" i="0">
                <a:solidFill>
                  <a:srgbClr val="D9722F"/>
                </a:solidFill>
                <a:latin typeface="Times New Roman"/>
              </a:rPr>
              <a:t> </a:t>
            </a:r>
            <a:r>
              <a:rPr sz="490" b="0" i="1">
                <a:solidFill>
                  <a:srgbClr val="D9722F"/>
                </a:solidFill>
                <a:latin typeface="Times New Roman"/>
              </a:rPr>
              <a:t>S</a:t>
            </a:r>
            <a:r>
              <a:rPr sz="490" b="0" i="0">
                <a:solidFill>
                  <a:srgbClr val="D9722F"/>
                </a:solidFill>
                <a:latin typeface="Times New Roman"/>
              </a:rPr>
              <a:t>(</a:t>
            </a:r>
            <a:r>
              <a:rPr sz="490" b="0" i="1">
                <a:solidFill>
                  <a:srgbClr val="D9722F"/>
                </a:solidFill>
                <a:latin typeface="Times New Roman"/>
              </a:rPr>
              <a:t>s</a:t>
            </a:r>
            <a:r>
              <a:rPr sz="490" b="0" i="1" baseline="-25000">
                <a:solidFill>
                  <a:srgbClr val="D9722F"/>
                </a:solidFill>
                <a:latin typeface="Times New Roman"/>
              </a:rPr>
              <a:t>t</a:t>
            </a:r>
            <a:r>
              <a:rPr sz="490" b="0" i="0">
                <a:solidFill>
                  <a:srgbClr val="D9722F"/>
                </a:solidFill>
                <a:latin typeface="Times New Roman"/>
              </a:rPr>
              <a:t>)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ED71492E-FFEB-8980-13AA-D7445AA93B72}"/>
              </a:ext>
            </a:extLst>
          </p:cNvPr>
          <p:cNvSpPr txBox="1"/>
          <p:nvPr/>
        </p:nvSpPr>
        <p:spPr>
          <a:xfrm>
            <a:off x="3569563" y="1368171"/>
            <a:ext cx="258368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20" b="0" i="1">
                <a:solidFill>
                  <a:srgbClr val="D9722F"/>
                </a:solidFill>
                <a:latin typeface="Times New Roman"/>
              </a:rPr>
              <a:t>t̂</a:t>
            </a:r>
            <a:r>
              <a:rPr sz="520" b="0" i="0">
                <a:solidFill>
                  <a:srgbClr val="D9722F"/>
                </a:solidFill>
                <a:latin typeface="Times New Roman"/>
              </a:rPr>
              <a:t> = </a:t>
            </a:r>
            <a:r>
              <a:rPr sz="520" b="0" i="1">
                <a:solidFill>
                  <a:srgbClr val="D9722F"/>
                </a:solidFill>
                <a:latin typeface="Times New Roman"/>
              </a:rPr>
              <a:t>t</a:t>
            </a:r>
            <a:r>
              <a:rPr sz="520" b="0" i="0" baseline="30000">
                <a:solidFill>
                  <a:srgbClr val="D9722F"/>
                </a:solidFill>
                <a:latin typeface="Times New Roman"/>
              </a:rPr>
              <a:t>*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CAB33229-29D2-CB5B-CBF3-33B834D0B606}"/>
              </a:ext>
            </a:extLst>
          </p:cNvPr>
          <p:cNvSpPr txBox="1"/>
          <p:nvPr/>
        </p:nvSpPr>
        <p:spPr>
          <a:xfrm>
            <a:off x="3506724" y="1477613"/>
            <a:ext cx="183007" cy="805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70" b="0" i="1">
                <a:solidFill>
                  <a:srgbClr val="52514E"/>
                </a:solidFill>
                <a:latin typeface="Times New Roman"/>
              </a:rPr>
              <a:t>S</a:t>
            </a:r>
            <a:r>
              <a:rPr sz="470" b="0" i="0">
                <a:solidFill>
                  <a:srgbClr val="52514E"/>
                </a:solidFill>
                <a:latin typeface="Times New Roman"/>
              </a:rPr>
              <a:t>(</a:t>
            </a:r>
            <a:r>
              <a:rPr sz="470" b="0" i="1">
                <a:solidFill>
                  <a:srgbClr val="52514E"/>
                </a:solidFill>
                <a:latin typeface="Times New Roman"/>
              </a:rPr>
              <a:t>s</a:t>
            </a:r>
            <a:r>
              <a:rPr sz="470" b="0" i="1" baseline="-25000">
                <a:solidFill>
                  <a:srgbClr val="52514E"/>
                </a:solidFill>
                <a:latin typeface="Times New Roman"/>
              </a:rPr>
              <a:t>i</a:t>
            </a:r>
            <a:r>
              <a:rPr sz="470" b="0" i="0">
                <a:solidFill>
                  <a:srgbClr val="52514E"/>
                </a:solidFill>
                <a:latin typeface="Times New Roman"/>
              </a:rPr>
              <a:t>)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364D9E2D-40CF-F3C5-5111-81F64C2979C4}"/>
              </a:ext>
            </a:extLst>
          </p:cNvPr>
          <p:cNvSpPr txBox="1"/>
          <p:nvPr/>
        </p:nvSpPr>
        <p:spPr>
          <a:xfrm>
            <a:off x="3506724" y="1537049"/>
            <a:ext cx="128092" cy="8058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70" b="0" i="1">
                <a:solidFill>
                  <a:srgbClr val="52514E"/>
                </a:solidFill>
                <a:latin typeface="Times New Roman"/>
              </a:rPr>
              <a:t>γB</a:t>
            </a:r>
            <a:r>
              <a:rPr sz="470" b="0" i="1" baseline="-25000">
                <a:solidFill>
                  <a:srgbClr val="52514E"/>
                </a:solidFill>
                <a:latin typeface="Times New Roman"/>
              </a:rPr>
              <a:t>i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F523FA61-0B26-9E71-626F-E3B9A954E207}"/>
              </a:ext>
            </a:extLst>
          </p:cNvPr>
          <p:cNvSpPr txBox="1"/>
          <p:nvPr/>
        </p:nvSpPr>
        <p:spPr>
          <a:xfrm>
            <a:off x="3401568" y="1368171"/>
            <a:ext cx="227990" cy="8915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20" b="0" i="1">
                <a:solidFill>
                  <a:srgbClr val="0B0B0B"/>
                </a:solidFill>
                <a:latin typeface="Times New Roman"/>
              </a:rPr>
              <a:t>S̃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(</a:t>
            </a:r>
            <a:r>
              <a:rPr sz="520" b="0" i="1">
                <a:solidFill>
                  <a:srgbClr val="0B0B0B"/>
                </a:solidFill>
                <a:latin typeface="Times New Roman"/>
              </a:rPr>
              <a:t>s</a:t>
            </a:r>
            <a:r>
              <a:rPr sz="520" b="0" i="1" baseline="-25000">
                <a:solidFill>
                  <a:srgbClr val="0B0B0B"/>
                </a:solidFill>
                <a:latin typeface="Times New Roman"/>
              </a:rPr>
              <a:t>i</a:t>
            </a:r>
            <a:r>
              <a:rPr sz="520" b="0" i="0">
                <a:solidFill>
                  <a:srgbClr val="0B0B0B"/>
                </a:solidFill>
                <a:latin typeface="Times New Roman"/>
              </a:rPr>
              <a:t>)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C090B6DD-60EB-20B8-B540-209D72B3C6DC}"/>
              </a:ext>
            </a:extLst>
          </p:cNvPr>
          <p:cNvSpPr txBox="1"/>
          <p:nvPr/>
        </p:nvSpPr>
        <p:spPr>
          <a:xfrm>
            <a:off x="3288284" y="1159002"/>
            <a:ext cx="209295" cy="9601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560" b="0" i="0">
                <a:solidFill>
                  <a:srgbClr val="0B0B0B"/>
                </a:solidFill>
                <a:latin typeface="Times New Roman"/>
              </a:rPr>
              <a:t>+ </a:t>
            </a:r>
            <a:r>
              <a:rPr sz="560" b="0" i="1">
                <a:solidFill>
                  <a:srgbClr val="0B0B0B"/>
                </a:solidFill>
                <a:latin typeface="Times New Roman"/>
              </a:rPr>
              <a:t>γB</a:t>
            </a:r>
            <a:r>
              <a:rPr sz="560" b="0" i="1" baseline="-25000">
                <a:solidFill>
                  <a:srgbClr val="0B0B0B"/>
                </a:solidFill>
                <a:latin typeface="Times New Roman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66350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430</Words>
  <Application>Microsoft Macintosh PowerPoint</Application>
  <PresentationFormat>Custom</PresentationFormat>
  <Paragraphs>144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#NGUYEN THANH DO#</cp:lastModifiedBy>
  <cp:revision>2</cp:revision>
  <dcterms:created xsi:type="dcterms:W3CDTF">2013-01-27T09:14:16Z</dcterms:created>
  <dcterms:modified xsi:type="dcterms:W3CDTF">2026-09-06T13:19:59Z</dcterms:modified>
  <cp:category/>
</cp:coreProperties>
</file>